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6" r:id="rId4"/>
    <p:sldId id="268" r:id="rId5"/>
    <p:sldId id="269" r:id="rId6"/>
    <p:sldId id="275" r:id="rId7"/>
    <p:sldId id="271" r:id="rId8"/>
    <p:sldId id="272" r:id="rId9"/>
    <p:sldId id="273" r:id="rId10"/>
    <p:sldId id="270" r:id="rId11"/>
  </p:sldIdLst>
  <p:sldSz cx="18288000" cy="10287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E291"/>
    <a:srgbClr val="FFFF99"/>
    <a:srgbClr val="00B9D5"/>
    <a:srgbClr val="F5C357"/>
    <a:srgbClr val="062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94660"/>
  </p:normalViewPr>
  <p:slideViewPr>
    <p:cSldViewPr snapToGrid="0">
      <p:cViewPr varScale="1">
        <p:scale>
          <a:sx n="71" d="100"/>
          <a:sy n="71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465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8763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2265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5457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9111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3521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656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5717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puede organizarse mediante horarios fijos, aunque el uso de los baños cambia durante el día. Preguntemos si han encontrado todos cerrados y conectemos esa experiencia con la falta de información sobre demanda. LimpIA busca apoyar esa gestión. La coordinación de cierres simultáneos no es una función implementada.</a:t>
            </a:r>
          </a:p>
          <a:p>
            <a:endParaRPr/>
          </a:p>
          <a:p>
            <a:r>
              <a:t>Fuentes: encargo adjunto Texto pegado(1).txt; informe de estado proporcionado por el equipo (14-10-2026). Nombre vigente: LimpIA.</a:t>
            </a:r>
          </a:p>
          <a:p>
            <a:r>
              <a:t>Imagen de apertura: escena ilustrativa generada con IA, no corresponde a una instalación real de 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81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6829349-2975-4FB3-A82E-C9F51C4E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7CDDE7C-F46E-42A5-864B-0ED6F0C9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6A5E924-A40D-48D1-BFA7-6211FA3E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1E98DCA-AFD4-4891-A325-10CBEB7C4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02B3418-1B0F-4E73-AE7E-301F21A40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E0ADE22-FF88-4205-A45E-1C0EFEEA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5CBAA48-AAA9-40FA-AE9B-287E2E403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993D97-19C6-4500-BFF1-D92C007B290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7AB993-0622-4265-B84E-ECABC7D3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21992B-5393-478A-93E8-5420CACA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992B722-96FB-4F9C-96E9-9F01162A7BC4}"/>
              </a:ext>
            </a:extLst>
          </p:cNvPr>
          <p:cNvSpPr>
            <a:spLocks noGrp="1"/>
          </p:cNvSpPr>
          <p:nvPr/>
        </p:nvSpPr>
        <p:spPr>
          <a:xfrm>
            <a:off x="691403" y="5019321"/>
            <a:ext cx="9101418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9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situación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cotidiana</a:t>
            </a:r>
            <a:r>
              <a:rPr lang="es-CL" sz="2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por u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s-CL"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 la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8AAF41C-24D6-433F-AD25-68854E6C4815}"/>
              </a:ext>
            </a:extLst>
          </p:cNvPr>
          <p:cNvSpPr>
            <a:spLocks noGrp="1"/>
          </p:cNvSpPr>
          <p:nvPr/>
        </p:nvSpPr>
        <p:spPr>
          <a:xfrm>
            <a:off x="2145926" y="896939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FD85FE-4E50-43CB-A25C-5D3A7741BD58}"/>
              </a:ext>
            </a:extLst>
          </p:cNvPr>
          <p:cNvSpPr>
            <a:spLocks noGrp="1"/>
          </p:cNvSpPr>
          <p:nvPr/>
        </p:nvSpPr>
        <p:spPr>
          <a:xfrm>
            <a:off x="2355476" y="883604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Baños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cerrados</a:t>
            </a:r>
            <a:endParaRPr sz="24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7EB082C-5687-411B-A429-01F0E486C445}"/>
              </a:ext>
            </a:extLst>
          </p:cNvPr>
          <p:cNvSpPr>
            <a:spLocks noGrp="1"/>
          </p:cNvSpPr>
          <p:nvPr/>
        </p:nvSpPr>
        <p:spPr>
          <a:xfrm>
            <a:off x="7289426" y="896939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62E117-EDA7-44DD-97FC-F466548B1325}"/>
              </a:ext>
            </a:extLst>
          </p:cNvPr>
          <p:cNvSpPr>
            <a:spLocks noGrp="1"/>
          </p:cNvSpPr>
          <p:nvPr/>
        </p:nvSpPr>
        <p:spPr>
          <a:xfrm>
            <a:off x="7498976" y="883604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Limpieza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horarios</a:t>
            </a:r>
            <a:endParaRPr sz="24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D2BEA5A-20E6-4C2F-B3AA-18BBAC299D5D}"/>
              </a:ext>
            </a:extLst>
          </p:cNvPr>
          <p:cNvSpPr>
            <a:spLocks noGrp="1"/>
          </p:cNvSpPr>
          <p:nvPr/>
        </p:nvSpPr>
        <p:spPr>
          <a:xfrm>
            <a:off x="12432926" y="896939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73D431-3F2B-4AEA-8ABE-26E54B70D715}"/>
              </a:ext>
            </a:extLst>
          </p:cNvPr>
          <p:cNvSpPr>
            <a:spLocks noGrp="1"/>
          </p:cNvSpPr>
          <p:nvPr/>
        </p:nvSpPr>
        <p:spPr>
          <a:xfrm>
            <a:off x="12642476" y="883604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Demanda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variable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47EEE1D-592E-E265-68B2-52D06A1096E5}"/>
              </a:ext>
            </a:extLst>
          </p:cNvPr>
          <p:cNvSpPr>
            <a:spLocks noGrp="1"/>
          </p:cNvSpPr>
          <p:nvPr/>
        </p:nvSpPr>
        <p:spPr>
          <a:xfrm>
            <a:off x="691403" y="3078108"/>
            <a:ext cx="6807573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9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44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¿Alguna vez </a:t>
            </a:r>
            <a:r>
              <a:rPr lang="es-ES" sz="4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necesitaste un baño </a:t>
            </a:r>
            <a:r>
              <a:rPr lang="es-ES" sz="44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 encontraste </a:t>
            </a:r>
            <a:r>
              <a:rPr lang="es-ES" sz="4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todos cerrados</a:t>
            </a:r>
            <a:r>
              <a:rPr lang="es-ES" sz="44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A1AD790E-8779-C773-5A67-2CEA9038F6A8}"/>
              </a:ext>
            </a:extLst>
          </p:cNvPr>
          <p:cNvSpPr>
            <a:spLocks noGrp="1"/>
          </p:cNvSpPr>
          <p:nvPr/>
        </p:nvSpPr>
        <p:spPr>
          <a:xfrm>
            <a:off x="666751" y="5019321"/>
            <a:ext cx="4575361" cy="10086"/>
          </a:xfrm>
          <a:prstGeom prst="line">
            <a:avLst/>
          </a:prstGeom>
          <a:noFill/>
          <a:ln w="57150">
            <a:solidFill>
              <a:srgbClr val="00B9D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pic>
        <p:nvPicPr>
          <p:cNvPr id="2050" name="Picture 2" descr="Revelan el motivo por el que las puertas de los baños públicos son cortas y  no tocan el suelo | Estados Unidos | EL COMERCIO PERÚ">
            <a:extLst>
              <a:ext uri="{FF2B5EF4-FFF2-40B4-BE49-F238E27FC236}">
                <a16:creationId xmlns:a16="http://schemas.microsoft.com/office/drawing/2014/main" id="{790089DE-0FF0-E9AA-DE0D-0A0CFEC8F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565" y="1492830"/>
            <a:ext cx="9950823" cy="621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68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E7D763B-46EF-43B5-9D72-8E679BDAAF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67" t="11579" r="5782" b="9474"/>
          <a:stretch/>
        </p:blipFill>
        <p:spPr>
          <a:xfrm>
            <a:off x="1078004" y="1501016"/>
            <a:ext cx="6660497" cy="5944787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40ECE186-4374-4748-BA46-EE6E844C2F23}"/>
              </a:ext>
            </a:extLst>
          </p:cNvPr>
          <p:cNvSpPr>
            <a:spLocks noGrp="1"/>
          </p:cNvSpPr>
          <p:nvPr/>
        </p:nvSpPr>
        <p:spPr>
          <a:xfrm>
            <a:off x="8249490" y="2275486"/>
            <a:ext cx="9267825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Gestión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 de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limpieza</a:t>
            </a:r>
            <a:r>
              <a:rPr lang="es-CL"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inteligente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,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basada</a:t>
            </a:r>
            <a:r>
              <a:rPr lang="es-CL"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en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uso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GothicE" panose="00000400000000000000" pitchFamily="2" charset="0"/>
              </a:rPr>
              <a:t> real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919B324-F5F7-443E-A549-805F540E4850}"/>
              </a:ext>
            </a:extLst>
          </p:cNvPr>
          <p:cNvSpPr>
            <a:spLocks noGrp="1"/>
          </p:cNvSpPr>
          <p:nvPr/>
        </p:nvSpPr>
        <p:spPr>
          <a:xfrm>
            <a:off x="8249490" y="53691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La </a:t>
            </a:r>
            <a:r>
              <a:rPr sz="2550" b="0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cámara</a:t>
            </a:r>
            <a:r>
              <a:rPr sz="2550" b="0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lang="es-CL" sz="2550" b="0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observa, analiza y cuenta los accesos.</a:t>
            </a:r>
            <a:endParaRPr sz="2550" b="0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8691A68-5BC7-4A45-BC51-8E7A384617B7}"/>
              </a:ext>
            </a:extLst>
          </p:cNvPr>
          <p:cNvSpPr>
            <a:spLocks noGrp="1"/>
          </p:cNvSpPr>
          <p:nvPr/>
        </p:nvSpPr>
        <p:spPr>
          <a:xfrm>
            <a:off x="2385451" y="8418377"/>
            <a:ext cx="95121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3610DD2-2A98-49DB-B9FD-7A3F0ACE3286}"/>
              </a:ext>
            </a:extLst>
          </p:cNvPr>
          <p:cNvSpPr>
            <a:spLocks noGrp="1"/>
          </p:cNvSpPr>
          <p:nvPr/>
        </p:nvSpPr>
        <p:spPr>
          <a:xfrm>
            <a:off x="2595002" y="8285027"/>
            <a:ext cx="238465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Visión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artificial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8573C30-8A16-40E2-BEE5-B30DB0B98E16}"/>
              </a:ext>
            </a:extLst>
          </p:cNvPr>
          <p:cNvSpPr>
            <a:spLocks noGrp="1"/>
          </p:cNvSpPr>
          <p:nvPr/>
        </p:nvSpPr>
        <p:spPr>
          <a:xfrm>
            <a:off x="7528951" y="8418377"/>
            <a:ext cx="95121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649C576-0F0E-44F7-9FEC-0947B01B9206}"/>
              </a:ext>
            </a:extLst>
          </p:cNvPr>
          <p:cNvSpPr>
            <a:spLocks noGrp="1"/>
          </p:cNvSpPr>
          <p:nvPr/>
        </p:nvSpPr>
        <p:spPr>
          <a:xfrm>
            <a:off x="7738501" y="8285027"/>
            <a:ext cx="273366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web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C5EC545-C6AA-4A7C-B8B3-EE7D586AE9E8}"/>
              </a:ext>
            </a:extLst>
          </p:cNvPr>
          <p:cNvSpPr>
            <a:spLocks noGrp="1"/>
          </p:cNvSpPr>
          <p:nvPr/>
        </p:nvSpPr>
        <p:spPr>
          <a:xfrm>
            <a:off x="11972082" y="8437429"/>
            <a:ext cx="95121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97BEBDF-2A74-46C0-976D-6C5F6F772A7E}"/>
              </a:ext>
            </a:extLst>
          </p:cNvPr>
          <p:cNvSpPr>
            <a:spLocks noGrp="1"/>
          </p:cNvSpPr>
          <p:nvPr/>
        </p:nvSpPr>
        <p:spPr>
          <a:xfrm>
            <a:off x="12181632" y="8304079"/>
            <a:ext cx="437169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Decisiones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basadas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  <a:r>
              <a:rPr sz="2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</a:t>
            </a:r>
            <a:endParaRPr sz="24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onector recto 1">
            <a:extLst>
              <a:ext uri="{FF2B5EF4-FFF2-40B4-BE49-F238E27FC236}">
                <a16:creationId xmlns:a16="http://schemas.microsoft.com/office/drawing/2014/main" id="{2A99E1BB-BFE6-565A-708E-CA42448A256F}"/>
              </a:ext>
            </a:extLst>
          </p:cNvPr>
          <p:cNvSpPr>
            <a:spLocks noGrp="1"/>
          </p:cNvSpPr>
          <p:nvPr/>
        </p:nvSpPr>
        <p:spPr>
          <a:xfrm>
            <a:off x="8249490" y="5004755"/>
            <a:ext cx="4575361" cy="10086"/>
          </a:xfrm>
          <a:prstGeom prst="line">
            <a:avLst/>
          </a:prstGeom>
          <a:noFill/>
          <a:ln w="57150">
            <a:solidFill>
              <a:srgbClr val="00B9D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60530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522E815E-ABD5-F76C-D18E-0613F3F82353}"/>
              </a:ext>
            </a:extLst>
          </p:cNvPr>
          <p:cNvSpPr>
            <a:spLocks noGrp="1"/>
          </p:cNvSpPr>
          <p:nvPr/>
        </p:nvSpPr>
        <p:spPr>
          <a:xfrm>
            <a:off x="1155327" y="3895725"/>
            <a:ext cx="16049625" cy="0"/>
          </a:xfrm>
          <a:prstGeom prst="line">
            <a:avLst/>
          </a:prstGeom>
          <a:noFill/>
          <a:ln w="19050">
            <a:solidFill>
              <a:srgbClr val="DCE3E7"/>
            </a:solidFill>
            <a:prstDash val="solid"/>
          </a:ln>
        </p:spPr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2DD6CAA3-BC4D-FFAD-A7D3-4B219ABD0B25}"/>
              </a:ext>
            </a:extLst>
          </p:cNvPr>
          <p:cNvSpPr>
            <a:spLocks noGrp="1"/>
          </p:cNvSpPr>
          <p:nvPr/>
        </p:nvSpPr>
        <p:spPr>
          <a:xfrm>
            <a:off x="15833352" y="3715088"/>
            <a:ext cx="381000" cy="381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7B858C"/>
            </a:solidFill>
            <a:prstDash val="solid"/>
          </a:ln>
        </p:spPr>
        <p:txBody>
          <a:bodyPr/>
          <a:lstStyle/>
          <a:p>
            <a:endParaRPr lang="es-CL" sz="2400" dirty="0"/>
          </a:p>
        </p:txBody>
      </p:sp>
      <p:sp>
        <p:nvSpPr>
          <p:cNvPr id="123" name="Elipse 122">
            <a:extLst>
              <a:ext uri="{FF2B5EF4-FFF2-40B4-BE49-F238E27FC236}">
                <a16:creationId xmlns:a16="http://schemas.microsoft.com/office/drawing/2014/main" id="{B707FAF9-8056-73C3-B63F-1D293501801B}"/>
              </a:ext>
            </a:extLst>
          </p:cNvPr>
          <p:cNvSpPr>
            <a:spLocks noGrp="1"/>
          </p:cNvSpPr>
          <p:nvPr/>
        </p:nvSpPr>
        <p:spPr>
          <a:xfrm>
            <a:off x="12734926" y="3713202"/>
            <a:ext cx="381000" cy="381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7B858C"/>
            </a:solidFill>
            <a:prstDash val="solid"/>
          </a:ln>
        </p:spPr>
        <p:txBody>
          <a:bodyPr/>
          <a:lstStyle/>
          <a:p>
            <a:endParaRPr lang="es-C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F80EFCD-3C7A-8C9E-6E7C-DD0B9535B491}"/>
              </a:ext>
            </a:extLst>
          </p:cNvPr>
          <p:cNvSpPr>
            <a:spLocks noGrp="1"/>
          </p:cNvSpPr>
          <p:nvPr/>
        </p:nvSpPr>
        <p:spPr>
          <a:xfrm>
            <a:off x="983877" y="899124"/>
            <a:ext cx="6972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¿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Dónde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estamos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hoy?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33EE69-1510-ABD0-B94A-E35887ADAD41}"/>
              </a:ext>
            </a:extLst>
          </p:cNvPr>
          <p:cNvSpPr>
            <a:spLocks noGrp="1"/>
          </p:cNvSpPr>
          <p:nvPr/>
        </p:nvSpPr>
        <p:spPr>
          <a:xfrm>
            <a:off x="1002927" y="2137374"/>
            <a:ext cx="133350" cy="133350"/>
          </a:xfrm>
          <a:prstGeom prst="rect">
            <a:avLst/>
          </a:prstGeom>
          <a:solidFill>
            <a:srgbClr val="84E291"/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F12FCC-2A26-7D9E-16F8-F57EF0C9272B}"/>
              </a:ext>
            </a:extLst>
          </p:cNvPr>
          <p:cNvSpPr>
            <a:spLocks noGrp="1"/>
          </p:cNvSpPr>
          <p:nvPr/>
        </p:nvSpPr>
        <p:spPr>
          <a:xfrm>
            <a:off x="1260102" y="2051649"/>
            <a:ext cx="4667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Completado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5CE704-FE6E-4352-7AD6-6ADBF3EC5359}"/>
              </a:ext>
            </a:extLst>
          </p:cNvPr>
          <p:cNvSpPr>
            <a:spLocks noGrp="1"/>
          </p:cNvSpPr>
          <p:nvPr/>
        </p:nvSpPr>
        <p:spPr>
          <a:xfrm>
            <a:off x="5441577" y="2137374"/>
            <a:ext cx="133350" cy="1333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A7E09E-86DA-242A-AFE8-2F443B2DB9BB}"/>
              </a:ext>
            </a:extLst>
          </p:cNvPr>
          <p:cNvSpPr>
            <a:spLocks noGrp="1"/>
          </p:cNvSpPr>
          <p:nvPr/>
        </p:nvSpPr>
        <p:spPr>
          <a:xfrm>
            <a:off x="5698752" y="2051649"/>
            <a:ext cx="4667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Implementado con mejoras pendientes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5DF1DAA-1DB9-B6AD-B6DE-37A3073D5C97}"/>
              </a:ext>
            </a:extLst>
          </p:cNvPr>
          <p:cNvSpPr>
            <a:spLocks noGrp="1"/>
          </p:cNvSpPr>
          <p:nvPr/>
        </p:nvSpPr>
        <p:spPr>
          <a:xfrm>
            <a:off x="12394827" y="2137374"/>
            <a:ext cx="133350" cy="1333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7B858C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DC25ED-ECCA-6BF0-0A7A-BCC3DD077F7F}"/>
              </a:ext>
            </a:extLst>
          </p:cNvPr>
          <p:cNvSpPr>
            <a:spLocks noGrp="1"/>
          </p:cNvSpPr>
          <p:nvPr/>
        </p:nvSpPr>
        <p:spPr>
          <a:xfrm>
            <a:off x="12652002" y="2051649"/>
            <a:ext cx="4667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6D049E-A1C9-F097-DEBD-1C32F299F580}"/>
              </a:ext>
            </a:extLst>
          </p:cNvPr>
          <p:cNvSpPr>
            <a:spLocks noGrp="1"/>
          </p:cNvSpPr>
          <p:nvPr/>
        </p:nvSpPr>
        <p:spPr>
          <a:xfrm>
            <a:off x="1002927" y="2905125"/>
            <a:ext cx="695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VISIÓN ARTIFICIAL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7CC3583-82E0-3E51-D7AC-7994A72C81F3}"/>
              </a:ext>
            </a:extLst>
          </p:cNvPr>
          <p:cNvSpPr>
            <a:spLocks noGrp="1"/>
          </p:cNvSpPr>
          <p:nvPr/>
        </p:nvSpPr>
        <p:spPr>
          <a:xfrm>
            <a:off x="1374402" y="3705225"/>
            <a:ext cx="381000" cy="381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7366D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72A65C2-118C-D4A9-89CD-90CDD4876084}"/>
              </a:ext>
            </a:extLst>
          </p:cNvPr>
          <p:cNvSpPr>
            <a:spLocks noGrp="1"/>
          </p:cNvSpPr>
          <p:nvPr/>
        </p:nvSpPr>
        <p:spPr>
          <a:xfrm>
            <a:off x="1387850" y="3711092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1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15F740F-C50E-C946-CF65-D08D56F7B5C9}"/>
              </a:ext>
            </a:extLst>
          </p:cNvPr>
          <p:cNvSpPr>
            <a:spLocks noGrp="1"/>
          </p:cNvSpPr>
          <p:nvPr/>
        </p:nvSpPr>
        <p:spPr>
          <a:xfrm>
            <a:off x="1012452" y="4276725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Cámara y</a:t>
            </a:r>
            <a:endParaRPr lang="es-CL" sz="2400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CL" sz="24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captura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84F1545-2E7A-7B4E-6EA6-712E0857A718}"/>
              </a:ext>
            </a:extLst>
          </p:cNvPr>
          <p:cNvSpPr>
            <a:spLocks noGrp="1"/>
          </p:cNvSpPr>
          <p:nvPr/>
        </p:nvSpPr>
        <p:spPr>
          <a:xfrm>
            <a:off x="1012452" y="5229225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Completado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1821111-3A0A-D179-9BBF-E9A81228AED8}"/>
              </a:ext>
            </a:extLst>
          </p:cNvPr>
          <p:cNvSpPr>
            <a:spLocks noGrp="1"/>
          </p:cNvSpPr>
          <p:nvPr/>
        </p:nvSpPr>
        <p:spPr>
          <a:xfrm>
            <a:off x="3774702" y="5229225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Completado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2BB0866-D644-17F5-2BB5-90392D4B6FA8}"/>
              </a:ext>
            </a:extLst>
          </p:cNvPr>
          <p:cNvSpPr>
            <a:spLocks noGrp="1"/>
          </p:cNvSpPr>
          <p:nvPr/>
        </p:nvSpPr>
        <p:spPr>
          <a:xfrm>
            <a:off x="7142630" y="3716284"/>
            <a:ext cx="381000" cy="381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0">
            <a:solidFill>
              <a:schemeClr val="tx1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200D4B5-DA45-6D72-5CE4-F18188CCED0A}"/>
              </a:ext>
            </a:extLst>
          </p:cNvPr>
          <p:cNvSpPr>
            <a:spLocks noGrp="1"/>
          </p:cNvSpPr>
          <p:nvPr/>
        </p:nvSpPr>
        <p:spPr>
          <a:xfrm>
            <a:off x="7142630" y="3724275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chemeClr val="bg1"/>
                </a:solidFill>
                <a:latin typeface="Century Gothic" panose="020B0502020202020204" pitchFamily="34" charset="0"/>
                <a:ea typeface="Arial"/>
                <a:cs typeface="Arial"/>
              </a:rPr>
              <a:t>3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F6439F5-6CD6-82F7-2607-48E01706DC59}"/>
              </a:ext>
            </a:extLst>
          </p:cNvPr>
          <p:cNvSpPr>
            <a:spLocks noGrp="1"/>
          </p:cNvSpPr>
          <p:nvPr/>
        </p:nvSpPr>
        <p:spPr>
          <a:xfrm>
            <a:off x="6780680" y="4276725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Tracking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7A012AA-7807-48F3-1C4C-34D78F7EF88F}"/>
              </a:ext>
            </a:extLst>
          </p:cNvPr>
          <p:cNvSpPr>
            <a:spLocks noGrp="1"/>
          </p:cNvSpPr>
          <p:nvPr/>
        </p:nvSpPr>
        <p:spPr>
          <a:xfrm>
            <a:off x="6780680" y="5229225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Mejorar robustez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FD12553-413B-527C-530E-2002FB41CFB3}"/>
              </a:ext>
            </a:extLst>
          </p:cNvPr>
          <p:cNvSpPr>
            <a:spLocks noGrp="1"/>
          </p:cNvSpPr>
          <p:nvPr/>
        </p:nvSpPr>
        <p:spPr>
          <a:xfrm>
            <a:off x="10167658" y="3730998"/>
            <a:ext cx="381000" cy="381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7B858C"/>
            </a:solidFill>
            <a:prstDash val="solid"/>
          </a:ln>
        </p:spPr>
        <p:txBody>
          <a:bodyPr/>
          <a:lstStyle/>
          <a:p>
            <a:endParaRPr lang="es-CL" sz="24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3B7526A-2F47-947A-9AD1-DD4FCA2E74AF}"/>
              </a:ext>
            </a:extLst>
          </p:cNvPr>
          <p:cNvSpPr>
            <a:spLocks noGrp="1"/>
          </p:cNvSpPr>
          <p:nvPr/>
        </p:nvSpPr>
        <p:spPr>
          <a:xfrm>
            <a:off x="10171020" y="3733505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4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413FAAE-BEE3-B371-A73E-84658AA49E8F}"/>
              </a:ext>
            </a:extLst>
          </p:cNvPr>
          <p:cNvSpPr>
            <a:spLocks noGrp="1"/>
          </p:cNvSpPr>
          <p:nvPr/>
        </p:nvSpPr>
        <p:spPr>
          <a:xfrm>
            <a:off x="9891433" y="4302498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Conteo</a:t>
            </a:r>
          </a:p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IN/OUT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1B5EAB6-E295-FB2C-3AEA-D78E5812D5E1}"/>
              </a:ext>
            </a:extLst>
          </p:cNvPr>
          <p:cNvSpPr>
            <a:spLocks noGrp="1"/>
          </p:cNvSpPr>
          <p:nvPr/>
        </p:nvSpPr>
        <p:spPr>
          <a:xfrm>
            <a:off x="9891433" y="5254998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D6DB2D5-9A07-B0C1-A0E8-14CE91B92C16}"/>
              </a:ext>
            </a:extLst>
          </p:cNvPr>
          <p:cNvSpPr>
            <a:spLocks noGrp="1"/>
          </p:cNvSpPr>
          <p:nvPr/>
        </p:nvSpPr>
        <p:spPr>
          <a:xfrm>
            <a:off x="12731564" y="3724275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5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945C1E1-7162-1349-9666-A95B963ED87D}"/>
              </a:ext>
            </a:extLst>
          </p:cNvPr>
          <p:cNvSpPr>
            <a:spLocks noGrp="1"/>
          </p:cNvSpPr>
          <p:nvPr/>
        </p:nvSpPr>
        <p:spPr>
          <a:xfrm>
            <a:off x="12369614" y="4276725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Integración</a:t>
            </a:r>
          </a:p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con web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F5FDD36-1E8F-6AC3-11D0-95EB09E97D23}"/>
              </a:ext>
            </a:extLst>
          </p:cNvPr>
          <p:cNvSpPr>
            <a:spLocks noGrp="1"/>
          </p:cNvSpPr>
          <p:nvPr/>
        </p:nvSpPr>
        <p:spPr>
          <a:xfrm>
            <a:off x="12369614" y="5229225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90C4D72-3C0F-512D-213B-C8593CEAA7F3}"/>
              </a:ext>
            </a:extLst>
          </p:cNvPr>
          <p:cNvSpPr>
            <a:spLocks noGrp="1"/>
          </p:cNvSpPr>
          <p:nvPr/>
        </p:nvSpPr>
        <p:spPr>
          <a:xfrm>
            <a:off x="15836714" y="3732045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6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41A09A8-AA94-7648-A332-A25F9324A5D2}"/>
              </a:ext>
            </a:extLst>
          </p:cNvPr>
          <p:cNvSpPr>
            <a:spLocks noGrp="1"/>
          </p:cNvSpPr>
          <p:nvPr/>
        </p:nvSpPr>
        <p:spPr>
          <a:xfrm>
            <a:off x="15474764" y="4284495"/>
            <a:ext cx="2476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Validación</a:t>
            </a:r>
            <a:endParaRPr sz="2400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integral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BD1695F-965A-9A97-A0E1-4C6E97EB5201}"/>
              </a:ext>
            </a:extLst>
          </p:cNvPr>
          <p:cNvSpPr>
            <a:spLocks noGrp="1"/>
          </p:cNvSpPr>
          <p:nvPr/>
        </p:nvSpPr>
        <p:spPr>
          <a:xfrm>
            <a:off x="15474764" y="5236995"/>
            <a:ext cx="2476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0075AE2D-7212-0E45-B6F9-B2436D5B0495}"/>
              </a:ext>
            </a:extLst>
          </p:cNvPr>
          <p:cNvSpPr>
            <a:spLocks noGrp="1"/>
          </p:cNvSpPr>
          <p:nvPr/>
        </p:nvSpPr>
        <p:spPr>
          <a:xfrm>
            <a:off x="904875" y="6064624"/>
            <a:ext cx="16478250" cy="0"/>
          </a:xfrm>
          <a:prstGeom prst="line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01A8BA5-DC47-F13B-9909-2B87BD6D0B2F}"/>
              </a:ext>
            </a:extLst>
          </p:cNvPr>
          <p:cNvSpPr>
            <a:spLocks noGrp="1"/>
          </p:cNvSpPr>
          <p:nvPr/>
        </p:nvSpPr>
        <p:spPr>
          <a:xfrm>
            <a:off x="1012452" y="6547599"/>
            <a:ext cx="695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PLATAFORMA WEB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5D817D0-B718-65C9-6384-E5DB429BBD45}"/>
              </a:ext>
            </a:extLst>
          </p:cNvPr>
          <p:cNvSpPr>
            <a:spLocks noGrp="1"/>
          </p:cNvSpPr>
          <p:nvPr/>
        </p:nvSpPr>
        <p:spPr>
          <a:xfrm>
            <a:off x="1374402" y="7327113"/>
            <a:ext cx="114300" cy="1232238"/>
          </a:xfrm>
          <a:prstGeom prst="rect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4166F31-0CA4-94DD-69F6-5CD67FD6B452}"/>
              </a:ext>
            </a:extLst>
          </p:cNvPr>
          <p:cNvSpPr>
            <a:spLocks noGrp="1"/>
          </p:cNvSpPr>
          <p:nvPr/>
        </p:nvSpPr>
        <p:spPr>
          <a:xfrm>
            <a:off x="1641102" y="7231864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Gestión y roles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52A0ABD-34F4-070A-DF0B-11BD750F1F8F}"/>
              </a:ext>
            </a:extLst>
          </p:cNvPr>
          <p:cNvSpPr>
            <a:spLocks noGrp="1"/>
          </p:cNvSpPr>
          <p:nvPr/>
        </p:nvSpPr>
        <p:spPr>
          <a:xfrm>
            <a:off x="1641102" y="8183246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Completado</a:t>
            </a:r>
            <a:endParaRPr sz="1950" b="0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8694CEB-F6D4-1ADF-EB3E-8B355659E881}"/>
              </a:ext>
            </a:extLst>
          </p:cNvPr>
          <p:cNvSpPr>
            <a:spLocks noGrp="1"/>
          </p:cNvSpPr>
          <p:nvPr/>
        </p:nvSpPr>
        <p:spPr>
          <a:xfrm>
            <a:off x="5784477" y="7231864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Dashboard, </a:t>
            </a:r>
            <a:endParaRPr lang="es-CL" sz="2325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CL"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A</a:t>
            </a:r>
            <a:r>
              <a:rPr sz="2325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lertas</a:t>
            </a:r>
            <a:r>
              <a:rPr lang="es-CL"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e </a:t>
            </a:r>
            <a:r>
              <a:rPr sz="2325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historial</a:t>
            </a:r>
            <a:endParaRPr sz="2325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63FC87D-3398-D38D-DB7E-D79D56F1C72D}"/>
              </a:ext>
            </a:extLst>
          </p:cNvPr>
          <p:cNvSpPr>
            <a:spLocks noGrp="1"/>
          </p:cNvSpPr>
          <p:nvPr/>
        </p:nvSpPr>
        <p:spPr>
          <a:xfrm>
            <a:off x="5784477" y="8184364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Completado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654F0B6-4948-BB50-AD5F-E7077412D602}"/>
              </a:ext>
            </a:extLst>
          </p:cNvPr>
          <p:cNvSpPr>
            <a:spLocks noGrp="1"/>
          </p:cNvSpPr>
          <p:nvPr/>
        </p:nvSpPr>
        <p:spPr>
          <a:xfrm>
            <a:off x="9927852" y="7231864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Conteo de uso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B1D5BF9-0E6F-B117-4C4F-875B974DCE3E}"/>
              </a:ext>
            </a:extLst>
          </p:cNvPr>
          <p:cNvSpPr>
            <a:spLocks noGrp="1"/>
          </p:cNvSpPr>
          <p:nvPr/>
        </p:nvSpPr>
        <p:spPr>
          <a:xfrm>
            <a:off x="9927852" y="8184364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Datos simulados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8579473-A550-BB28-3257-FA534472675F}"/>
              </a:ext>
            </a:extLst>
          </p:cNvPr>
          <p:cNvSpPr>
            <a:spLocks noGrp="1"/>
          </p:cNvSpPr>
          <p:nvPr/>
        </p:nvSpPr>
        <p:spPr>
          <a:xfrm>
            <a:off x="13810692" y="7293081"/>
            <a:ext cx="114300" cy="1232238"/>
          </a:xfrm>
          <a:prstGeom prst="rect">
            <a:avLst/>
          </a:prstGeom>
          <a:solidFill>
            <a:srgbClr val="DCE3E7"/>
          </a:solidFill>
          <a:ln w="0">
            <a:noFill/>
            <a:prstDash val="solid"/>
          </a:ln>
        </p:spPr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A679DBC-D282-8EDC-79DE-E7EAB3448FBF}"/>
              </a:ext>
            </a:extLst>
          </p:cNvPr>
          <p:cNvSpPr>
            <a:spLocks noGrp="1"/>
          </p:cNvSpPr>
          <p:nvPr/>
        </p:nvSpPr>
        <p:spPr>
          <a:xfrm>
            <a:off x="14071227" y="7231864"/>
            <a:ext cx="2844052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Integración</a:t>
            </a:r>
            <a:r>
              <a:rPr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de </a:t>
            </a:r>
            <a:r>
              <a:rPr sz="2325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datos</a:t>
            </a:r>
            <a:r>
              <a:rPr sz="2325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reales</a:t>
            </a:r>
            <a:endParaRPr sz="2325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18799AA-4A72-AF52-50B2-352398AE2AE4}"/>
              </a:ext>
            </a:extLst>
          </p:cNvPr>
          <p:cNvSpPr>
            <a:spLocks noGrp="1"/>
          </p:cNvSpPr>
          <p:nvPr/>
        </p:nvSpPr>
        <p:spPr>
          <a:xfrm>
            <a:off x="14061702" y="796136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87ED5625-F484-F50C-AB5E-663BC8DC2941}"/>
              </a:ext>
            </a:extLst>
          </p:cNvPr>
          <p:cNvSpPr>
            <a:spLocks noGrp="1"/>
          </p:cNvSpPr>
          <p:nvPr/>
        </p:nvSpPr>
        <p:spPr>
          <a:xfrm>
            <a:off x="1733551" y="949881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49AC89AF-102B-A009-E75C-85EEEC9B5512}"/>
              </a:ext>
            </a:extLst>
          </p:cNvPr>
          <p:cNvSpPr>
            <a:spLocks noGrp="1"/>
          </p:cNvSpPr>
          <p:nvPr/>
        </p:nvSpPr>
        <p:spPr>
          <a:xfrm>
            <a:off x="1943101" y="936546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Objetivo original mantenido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1DBB500B-F8BC-FEA3-54EF-87A54A1FF338}"/>
              </a:ext>
            </a:extLst>
          </p:cNvPr>
          <p:cNvSpPr>
            <a:spLocks noGrp="1"/>
          </p:cNvSpPr>
          <p:nvPr/>
        </p:nvSpPr>
        <p:spPr>
          <a:xfrm>
            <a:off x="6877051" y="949881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563F39E4-0AB7-0E22-654E-1884CAE52C5E}"/>
              </a:ext>
            </a:extLst>
          </p:cNvPr>
          <p:cNvSpPr>
            <a:spLocks noGrp="1"/>
          </p:cNvSpPr>
          <p:nvPr/>
        </p:nvSpPr>
        <p:spPr>
          <a:xfrm>
            <a:off x="7086601" y="936546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Mejoras técnicas incorporadas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8E2FDE9B-BF50-5814-0316-926B3B7F3596}"/>
              </a:ext>
            </a:extLst>
          </p:cNvPr>
          <p:cNvSpPr>
            <a:spLocks noGrp="1"/>
          </p:cNvSpPr>
          <p:nvPr/>
        </p:nvSpPr>
        <p:spPr>
          <a:xfrm>
            <a:off x="12020551" y="949881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AAA59493-CDE5-45C4-B4E2-6811BC4AFEBB}"/>
              </a:ext>
            </a:extLst>
          </p:cNvPr>
          <p:cNvSpPr>
            <a:spLocks noGrp="1"/>
          </p:cNvSpPr>
          <p:nvPr/>
        </p:nvSpPr>
        <p:spPr>
          <a:xfrm>
            <a:off x="12220576" y="9142466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Integración como siguiente etapa</a:t>
            </a: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DFDCDBB1-A3D6-478A-2FBA-9E7FDBC22A14}"/>
              </a:ext>
            </a:extLst>
          </p:cNvPr>
          <p:cNvSpPr>
            <a:spLocks noGrp="1"/>
          </p:cNvSpPr>
          <p:nvPr/>
        </p:nvSpPr>
        <p:spPr>
          <a:xfrm>
            <a:off x="5508252" y="7327113"/>
            <a:ext cx="114300" cy="1232238"/>
          </a:xfrm>
          <a:prstGeom prst="rect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E7B8FC5C-AD78-9FD1-B15D-FD7F8A2E95E5}"/>
              </a:ext>
            </a:extLst>
          </p:cNvPr>
          <p:cNvSpPr>
            <a:spLocks noGrp="1"/>
          </p:cNvSpPr>
          <p:nvPr/>
        </p:nvSpPr>
        <p:spPr>
          <a:xfrm>
            <a:off x="9680483" y="7291403"/>
            <a:ext cx="114300" cy="1232238"/>
          </a:xfrm>
          <a:prstGeom prst="rect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C7487DA5-892A-5B9A-234C-72E6264EB89B}"/>
              </a:ext>
            </a:extLst>
          </p:cNvPr>
          <p:cNvSpPr>
            <a:spLocks noGrp="1"/>
          </p:cNvSpPr>
          <p:nvPr/>
        </p:nvSpPr>
        <p:spPr>
          <a:xfrm>
            <a:off x="4146739" y="3669632"/>
            <a:ext cx="381000" cy="381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7366D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D3AFAB8-0224-4458-EB6B-22E9124959DA}"/>
              </a:ext>
            </a:extLst>
          </p:cNvPr>
          <p:cNvSpPr>
            <a:spLocks noGrp="1"/>
          </p:cNvSpPr>
          <p:nvPr/>
        </p:nvSpPr>
        <p:spPr>
          <a:xfrm>
            <a:off x="3774702" y="4276725"/>
            <a:ext cx="20002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Detección</a:t>
            </a:r>
            <a:r>
              <a:rPr lang="es-CL" sz="24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24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F8F0093-C4D9-0066-8339-4A42AAA957B0}"/>
              </a:ext>
            </a:extLst>
          </p:cNvPr>
          <p:cNvSpPr>
            <a:spLocks noGrp="1"/>
          </p:cNvSpPr>
          <p:nvPr/>
        </p:nvSpPr>
        <p:spPr>
          <a:xfrm>
            <a:off x="4150101" y="3684908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37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cxnSp>
        <p:nvCxnSpPr>
          <p:cNvPr id="4" name="Conector: angular 3">
            <a:extLst>
              <a:ext uri="{FF2B5EF4-FFF2-40B4-BE49-F238E27FC236}">
                <a16:creationId xmlns:a16="http://schemas.microsoft.com/office/drawing/2014/main" id="{83E3B31B-0435-D7B8-7703-BA1351BAF08F}"/>
              </a:ext>
            </a:extLst>
          </p:cNvPr>
          <p:cNvCxnSpPr>
            <a:cxnSpLocks/>
            <a:stCxn id="38" idx="2"/>
          </p:cNvCxnSpPr>
          <p:nvPr/>
        </p:nvCxnSpPr>
        <p:spPr>
          <a:xfrm rot="5400000">
            <a:off x="14395498" y="6307502"/>
            <a:ext cx="999565" cy="2168059"/>
          </a:xfrm>
          <a:prstGeom prst="bentConnector2">
            <a:avLst/>
          </a:prstGeom>
          <a:ln w="28575">
            <a:solidFill>
              <a:srgbClr val="7B858C"/>
            </a:solidFill>
            <a:prstDash val="dash"/>
            <a:tailEnd type="triangle" w="sm" len="sm"/>
          </a:ln>
        </p:spPr>
      </p:cxn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66CC8533-368C-93B2-8788-3645066FD439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>
            <a:off x="15668159" y="5077237"/>
            <a:ext cx="873126" cy="6349"/>
          </a:xfrm>
          <a:prstGeom prst="bentConnector3">
            <a:avLst>
              <a:gd name="adj1" fmla="val 50000"/>
            </a:avLst>
          </a:prstGeom>
          <a:ln w="28575">
            <a:solidFill>
              <a:srgbClr val="7B858C"/>
            </a:solidFill>
            <a:prstDash val="dash"/>
            <a:tailEnd type="triangle" w="sm" len="sm"/>
          </a:ln>
        </p:spPr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99240C4-F529-CA60-CD65-400E2B5E63D3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13849350" y="3853274"/>
            <a:ext cx="782171" cy="14287"/>
          </a:xfrm>
          <a:prstGeom prst="straightConnector1">
            <a:avLst/>
          </a:prstGeom>
          <a:ln w="28575">
            <a:solidFill>
              <a:srgbClr val="7B858C"/>
            </a:solidFill>
            <a:prstDash val="dash"/>
            <a:tailEnd type="triangle" w="sm" len="sm"/>
          </a:ln>
        </p:spPr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DC608B2-849D-470A-E157-A78415CA35EB}"/>
              </a:ext>
            </a:extLst>
          </p:cNvPr>
          <p:cNvCxnSpPr>
            <a:stCxn id="29" idx="3"/>
            <a:endCxn id="32" idx="1"/>
          </p:cNvCxnSpPr>
          <p:nvPr/>
        </p:nvCxnSpPr>
        <p:spPr>
          <a:xfrm>
            <a:off x="10515600" y="3853274"/>
            <a:ext cx="381000" cy="0"/>
          </a:xfrm>
          <a:prstGeom prst="straightConnector1">
            <a:avLst/>
          </a:prstGeom>
          <a:ln w="38100">
            <a:solidFill>
              <a:srgbClr val="00B9D5"/>
            </a:solidFill>
            <a:prstDash val="solid"/>
            <a:tailEnd type="triangle" w="sm" len="sm"/>
          </a:ln>
        </p:spPr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37DF2FA-0C0E-BC8E-5F86-8B0309BA7619}"/>
              </a:ext>
            </a:extLst>
          </p:cNvPr>
          <p:cNvCxnSpPr>
            <a:stCxn id="26" idx="3"/>
            <a:endCxn id="29" idx="1"/>
          </p:cNvCxnSpPr>
          <p:nvPr/>
        </p:nvCxnSpPr>
        <p:spPr>
          <a:xfrm>
            <a:off x="7181850" y="3853274"/>
            <a:ext cx="381000" cy="0"/>
          </a:xfrm>
          <a:prstGeom prst="straightConnector1">
            <a:avLst/>
          </a:prstGeom>
          <a:ln w="38100">
            <a:solidFill>
              <a:srgbClr val="00B9D5"/>
            </a:solidFill>
            <a:prstDash val="solid"/>
            <a:tailEnd type="triangle" w="sm" len="sm"/>
          </a:ln>
        </p:spPr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46FF54F-5F2C-84D1-F4F1-E33ECA8FB934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>
            <a:off x="3848100" y="3853274"/>
            <a:ext cx="381000" cy="0"/>
          </a:xfrm>
          <a:prstGeom prst="straightConnector1">
            <a:avLst/>
          </a:prstGeom>
          <a:ln w="38100">
            <a:solidFill>
              <a:srgbClr val="00B9D5"/>
            </a:solidFill>
            <a:prstDash val="solid"/>
            <a:tailEnd type="triangle" w="sm" len="sm"/>
          </a:ln>
        </p:spPr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245DA678-934F-364C-1AB7-A04AAAB17988}"/>
              </a:ext>
            </a:extLst>
          </p:cNvPr>
          <p:cNvSpPr>
            <a:spLocks noGrp="1"/>
          </p:cNvSpPr>
          <p:nvPr/>
        </p:nvSpPr>
        <p:spPr>
          <a:xfrm>
            <a:off x="876300" y="899124"/>
            <a:ext cx="1628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¿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Cómo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funciona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Limp</a:t>
            </a:r>
            <a:r>
              <a:rPr sz="4800" b="1" dirty="0" err="1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Arial"/>
                <a:cs typeface="Arial"/>
              </a:rPr>
              <a:t>IA</a:t>
            </a:r>
            <a:r>
              <a:rPr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?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4E209A4-637D-A584-61D9-652847B25026}"/>
              </a:ext>
            </a:extLst>
          </p:cNvPr>
          <p:cNvSpPr>
            <a:spLocks noGrp="1"/>
          </p:cNvSpPr>
          <p:nvPr/>
        </p:nvSpPr>
        <p:spPr>
          <a:xfrm>
            <a:off x="895350" y="2262599"/>
            <a:ext cx="1238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MÓDULO DE VISIÓN ARTIFICIAL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0BC16C6-ACE7-8CBC-CCD8-E3604FEA958C}"/>
              </a:ext>
            </a:extLst>
          </p:cNvPr>
          <p:cNvSpPr>
            <a:spLocks noGrp="1"/>
          </p:cNvSpPr>
          <p:nvPr/>
        </p:nvSpPr>
        <p:spPr>
          <a:xfrm>
            <a:off x="895350" y="3091274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DCBD543-AD0B-3BB1-93DE-34B098377916}"/>
              </a:ext>
            </a:extLst>
          </p:cNvPr>
          <p:cNvSpPr>
            <a:spLocks noGrp="1"/>
          </p:cNvSpPr>
          <p:nvPr/>
        </p:nvSpPr>
        <p:spPr>
          <a:xfrm>
            <a:off x="1047750" y="3243674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Cámara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33FDD8D-FC08-F4F5-5C71-695DE7564CB9}"/>
              </a:ext>
            </a:extLst>
          </p:cNvPr>
          <p:cNvSpPr>
            <a:spLocks noGrp="1"/>
          </p:cNvSpPr>
          <p:nvPr/>
        </p:nvSpPr>
        <p:spPr>
          <a:xfrm>
            <a:off x="1009650" y="4119974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En el acceso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155A181-0EAE-FA06-88CE-91A67D20B13E}"/>
              </a:ext>
            </a:extLst>
          </p:cNvPr>
          <p:cNvSpPr>
            <a:spLocks noGrp="1"/>
          </p:cNvSpPr>
          <p:nvPr/>
        </p:nvSpPr>
        <p:spPr>
          <a:xfrm>
            <a:off x="4229100" y="3091274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B8D627E-C4E8-8E7D-E064-7DAC1DE2B954}"/>
              </a:ext>
            </a:extLst>
          </p:cNvPr>
          <p:cNvSpPr>
            <a:spLocks noGrp="1"/>
          </p:cNvSpPr>
          <p:nvPr/>
        </p:nvSpPr>
        <p:spPr>
          <a:xfrm>
            <a:off x="4381500" y="3243674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OpenCV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29F860D-5D0B-4D72-20C2-4478ED4881FA}"/>
              </a:ext>
            </a:extLst>
          </p:cNvPr>
          <p:cNvSpPr>
            <a:spLocks noGrp="1"/>
          </p:cNvSpPr>
          <p:nvPr/>
        </p:nvSpPr>
        <p:spPr>
          <a:xfrm>
            <a:off x="4343400" y="4119974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Captura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3C98C7E-8A16-FCCC-195B-D8B68B5148D7}"/>
              </a:ext>
            </a:extLst>
          </p:cNvPr>
          <p:cNvSpPr>
            <a:spLocks noGrp="1"/>
          </p:cNvSpPr>
          <p:nvPr/>
        </p:nvSpPr>
        <p:spPr>
          <a:xfrm>
            <a:off x="7562850" y="3091274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F278550-FFA4-632B-8EF4-E411EFA3F340}"/>
              </a:ext>
            </a:extLst>
          </p:cNvPr>
          <p:cNvSpPr>
            <a:spLocks noGrp="1"/>
          </p:cNvSpPr>
          <p:nvPr/>
        </p:nvSpPr>
        <p:spPr>
          <a:xfrm>
            <a:off x="7715250" y="3243674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YOLO26n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AD70181-3469-83DF-ABEB-5AB8C5FBB603}"/>
              </a:ext>
            </a:extLst>
          </p:cNvPr>
          <p:cNvSpPr>
            <a:spLocks noGrp="1"/>
          </p:cNvSpPr>
          <p:nvPr/>
        </p:nvSpPr>
        <p:spPr>
          <a:xfrm>
            <a:off x="7677150" y="4119974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Detección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FB46CA3A-130E-40FA-64B4-C2AE54392D26}"/>
              </a:ext>
            </a:extLst>
          </p:cNvPr>
          <p:cNvSpPr>
            <a:spLocks noGrp="1"/>
          </p:cNvSpPr>
          <p:nvPr/>
        </p:nvSpPr>
        <p:spPr>
          <a:xfrm>
            <a:off x="10896600" y="3091274"/>
            <a:ext cx="2952750" cy="1524000"/>
          </a:xfrm>
          <a:prstGeom prst="roundRect">
            <a:avLst>
              <a:gd name="adj" fmla="val 5000"/>
            </a:avLst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8F20F3A-04B4-5850-013D-32A51A5E0BAF}"/>
              </a:ext>
            </a:extLst>
          </p:cNvPr>
          <p:cNvSpPr>
            <a:spLocks noGrp="1"/>
          </p:cNvSpPr>
          <p:nvPr/>
        </p:nvSpPr>
        <p:spPr>
          <a:xfrm>
            <a:off x="11049000" y="3243674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Tracking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DFA50E3-2D49-2BF8-C93D-F994E598A9EC}"/>
              </a:ext>
            </a:extLst>
          </p:cNvPr>
          <p:cNvSpPr>
            <a:spLocks noGrp="1"/>
          </p:cNvSpPr>
          <p:nvPr/>
        </p:nvSpPr>
        <p:spPr>
          <a:xfrm>
            <a:off x="11010900" y="4119974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ByteTrack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5CEDB156-70B5-CC73-F088-884873A0B2EC}"/>
              </a:ext>
            </a:extLst>
          </p:cNvPr>
          <p:cNvSpPr>
            <a:spLocks noGrp="1"/>
          </p:cNvSpPr>
          <p:nvPr/>
        </p:nvSpPr>
        <p:spPr>
          <a:xfrm>
            <a:off x="14631521" y="3091273"/>
            <a:ext cx="2952750" cy="15525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B858C"/>
            </a:solidFill>
            <a:prstDash val="dash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03980FB-925A-46C4-8904-55273BA07675}"/>
              </a:ext>
            </a:extLst>
          </p:cNvPr>
          <p:cNvSpPr>
            <a:spLocks noGrp="1"/>
          </p:cNvSpPr>
          <p:nvPr/>
        </p:nvSpPr>
        <p:spPr>
          <a:xfrm>
            <a:off x="14783921" y="3272249"/>
            <a:ext cx="2647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Zonas + IN/OUT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A91D1FB-7ABE-EDD0-2119-409E4FDA04A2}"/>
              </a:ext>
            </a:extLst>
          </p:cNvPr>
          <p:cNvSpPr>
            <a:spLocks noGrp="1"/>
          </p:cNvSpPr>
          <p:nvPr/>
        </p:nvSpPr>
        <p:spPr>
          <a:xfrm>
            <a:off x="14745821" y="4148549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Pendiente</a:t>
            </a:r>
            <a:endParaRPr sz="1800" b="0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F45CECC1-D87D-ABFA-C685-D23A75E30CFB}"/>
              </a:ext>
            </a:extLst>
          </p:cNvPr>
          <p:cNvSpPr>
            <a:spLocks noGrp="1"/>
          </p:cNvSpPr>
          <p:nvPr/>
        </p:nvSpPr>
        <p:spPr>
          <a:xfrm>
            <a:off x="14279096" y="5529674"/>
            <a:ext cx="3400425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9050">
            <a:solidFill>
              <a:srgbClr val="7B858C"/>
            </a:solidFill>
            <a:prstDash val="dash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6687A6-70AB-26BC-6672-F5362BE8C140}"/>
              </a:ext>
            </a:extLst>
          </p:cNvPr>
          <p:cNvSpPr>
            <a:spLocks noGrp="1"/>
          </p:cNvSpPr>
          <p:nvPr/>
        </p:nvSpPr>
        <p:spPr>
          <a:xfrm>
            <a:off x="14431496" y="5682074"/>
            <a:ext cx="3095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Integración</a:t>
            </a:r>
            <a:r>
              <a:rPr sz="25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de </a:t>
            </a:r>
            <a:r>
              <a:rPr sz="255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eventos</a:t>
            </a:r>
            <a:r>
              <a:rPr sz="25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IN/OUT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611E0F0-4EA4-9EEC-ECDD-52B005A39ED0}"/>
              </a:ext>
            </a:extLst>
          </p:cNvPr>
          <p:cNvSpPr>
            <a:spLocks noGrp="1"/>
          </p:cNvSpPr>
          <p:nvPr/>
        </p:nvSpPr>
        <p:spPr>
          <a:xfrm>
            <a:off x="14393395" y="6443374"/>
            <a:ext cx="31718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Próxima</a:t>
            </a:r>
            <a:r>
              <a:rPr sz="1800" b="0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integración</a:t>
            </a:r>
            <a:endParaRPr sz="1800" b="0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0F4CCC9-1A28-D07B-C340-29F8E59AED26}"/>
              </a:ext>
            </a:extLst>
          </p:cNvPr>
          <p:cNvSpPr>
            <a:spLocks noGrp="1"/>
          </p:cNvSpPr>
          <p:nvPr/>
        </p:nvSpPr>
        <p:spPr>
          <a:xfrm>
            <a:off x="895350" y="618858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SISTEMA WEB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87A6CC41-64EC-E57F-F287-DD86FD11578A}"/>
              </a:ext>
            </a:extLst>
          </p:cNvPr>
          <p:cNvSpPr>
            <a:spLocks noGrp="1"/>
          </p:cNvSpPr>
          <p:nvPr/>
        </p:nvSpPr>
        <p:spPr>
          <a:xfrm>
            <a:off x="6448425" y="7167414"/>
            <a:ext cx="2952750" cy="1219200"/>
          </a:xfrm>
          <a:prstGeom prst="roundRect">
            <a:avLst>
              <a:gd name="adj" fmla="val 625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8A7E001-2954-4E02-BC42-66DF948D801C}"/>
              </a:ext>
            </a:extLst>
          </p:cNvPr>
          <p:cNvSpPr>
            <a:spLocks noGrp="1"/>
          </p:cNvSpPr>
          <p:nvPr/>
        </p:nvSpPr>
        <p:spPr>
          <a:xfrm>
            <a:off x="6600825" y="7319814"/>
            <a:ext cx="2647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Django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1A17425-6012-A997-343E-06F4B7C683DC}"/>
              </a:ext>
            </a:extLst>
          </p:cNvPr>
          <p:cNvSpPr>
            <a:spLocks noGrp="1"/>
          </p:cNvSpPr>
          <p:nvPr/>
        </p:nvSpPr>
        <p:spPr>
          <a:xfrm>
            <a:off x="6562725" y="7891314"/>
            <a:ext cx="2724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Python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23DE20FB-1534-0F0F-95AB-BA7F29CD33BE}"/>
              </a:ext>
            </a:extLst>
          </p:cNvPr>
          <p:cNvSpPr>
            <a:spLocks noGrp="1"/>
          </p:cNvSpPr>
          <p:nvPr/>
        </p:nvSpPr>
        <p:spPr>
          <a:xfrm>
            <a:off x="1733550" y="6950580"/>
            <a:ext cx="3676650" cy="1652868"/>
          </a:xfrm>
          <a:prstGeom prst="roundRect">
            <a:avLst>
              <a:gd name="adj" fmla="val 4444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B047F48-B012-826C-5AB9-382AD9EAD0C7}"/>
              </a:ext>
            </a:extLst>
          </p:cNvPr>
          <p:cNvSpPr>
            <a:spLocks noGrp="1"/>
          </p:cNvSpPr>
          <p:nvPr/>
        </p:nvSpPr>
        <p:spPr>
          <a:xfrm>
            <a:off x="1781175" y="7012773"/>
            <a:ext cx="3600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Plataforma </a:t>
            </a:r>
            <a:r>
              <a:rPr sz="2550" b="1" dirty="0" err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LimpIA</a:t>
            </a:r>
            <a:endParaRPr sz="2550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F74C3F5-44A1-BA00-E0A1-537C7EC91C03}"/>
              </a:ext>
            </a:extLst>
          </p:cNvPr>
          <p:cNvSpPr>
            <a:spLocks noGrp="1"/>
          </p:cNvSpPr>
          <p:nvPr/>
        </p:nvSpPr>
        <p:spPr>
          <a:xfrm>
            <a:off x="1743075" y="7943982"/>
            <a:ext cx="3676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7F627C8-7E02-F7AF-C985-DC5E72982B16}"/>
              </a:ext>
            </a:extLst>
          </p:cNvPr>
          <p:cNvSpPr>
            <a:spLocks noGrp="1"/>
          </p:cNvSpPr>
          <p:nvPr/>
        </p:nvSpPr>
        <p:spPr>
          <a:xfrm>
            <a:off x="2781300" y="943352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49304A4-7E6D-469B-579C-32C86AAD18A5}"/>
              </a:ext>
            </a:extLst>
          </p:cNvPr>
          <p:cNvSpPr>
            <a:spLocks noGrp="1"/>
          </p:cNvSpPr>
          <p:nvPr/>
        </p:nvSpPr>
        <p:spPr>
          <a:xfrm>
            <a:off x="2990850" y="930017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Detectar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7A4AA15C-9328-B134-760F-65CD2F77D59B}"/>
              </a:ext>
            </a:extLst>
          </p:cNvPr>
          <p:cNvSpPr>
            <a:spLocks noGrp="1"/>
          </p:cNvSpPr>
          <p:nvPr/>
        </p:nvSpPr>
        <p:spPr>
          <a:xfrm>
            <a:off x="7924800" y="943352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A477107-B336-5DEE-FDE8-7917287557A0}"/>
              </a:ext>
            </a:extLst>
          </p:cNvPr>
          <p:cNvSpPr>
            <a:spLocks noGrp="1"/>
          </p:cNvSpPr>
          <p:nvPr/>
        </p:nvSpPr>
        <p:spPr>
          <a:xfrm>
            <a:off x="8134350" y="930017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Interpretar</a:t>
            </a: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D3684086-9645-1CB8-AF47-633406CD5A7F}"/>
              </a:ext>
            </a:extLst>
          </p:cNvPr>
          <p:cNvSpPr>
            <a:spLocks noGrp="1"/>
          </p:cNvSpPr>
          <p:nvPr/>
        </p:nvSpPr>
        <p:spPr>
          <a:xfrm>
            <a:off x="13068300" y="943352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8BCDA08D-7EFC-6AC0-ED08-FF99AB107F99}"/>
              </a:ext>
            </a:extLst>
          </p:cNvPr>
          <p:cNvSpPr>
            <a:spLocks noGrp="1"/>
          </p:cNvSpPr>
          <p:nvPr/>
        </p:nvSpPr>
        <p:spPr>
          <a:xfrm>
            <a:off x="13277850" y="930017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Gestionar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CE8F0900-4DCB-FA5D-0656-E3BD802767EE}"/>
              </a:ext>
            </a:extLst>
          </p:cNvPr>
          <p:cNvSpPr>
            <a:spLocks noGrp="1"/>
          </p:cNvSpPr>
          <p:nvPr/>
        </p:nvSpPr>
        <p:spPr>
          <a:xfrm>
            <a:off x="10620375" y="7167414"/>
            <a:ext cx="3190875" cy="1219200"/>
          </a:xfrm>
          <a:prstGeom prst="roundRect">
            <a:avLst>
              <a:gd name="adj" fmla="val 625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80D5A46-4CEE-137B-D25E-A5EAF39AAEA2}"/>
              </a:ext>
            </a:extLst>
          </p:cNvPr>
          <p:cNvSpPr>
            <a:spLocks noGrp="1"/>
          </p:cNvSpPr>
          <p:nvPr/>
        </p:nvSpPr>
        <p:spPr>
          <a:xfrm>
            <a:off x="10772775" y="7319814"/>
            <a:ext cx="28860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PostgreSQL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94A592B-A567-7F39-45B4-627193ED39AE}"/>
              </a:ext>
            </a:extLst>
          </p:cNvPr>
          <p:cNvSpPr>
            <a:spLocks noGrp="1"/>
          </p:cNvSpPr>
          <p:nvPr/>
        </p:nvSpPr>
        <p:spPr>
          <a:xfrm>
            <a:off x="10734675" y="7891314"/>
            <a:ext cx="29622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Base de datos</a:t>
            </a:r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4E5B97E-5B10-249F-3587-5401CD268B47}"/>
              </a:ext>
            </a:extLst>
          </p:cNvPr>
          <p:cNvCxnSpPr>
            <a:cxnSpLocks/>
            <a:stCxn id="48" idx="3"/>
            <a:endCxn id="42" idx="1"/>
          </p:cNvCxnSpPr>
          <p:nvPr/>
        </p:nvCxnSpPr>
        <p:spPr>
          <a:xfrm>
            <a:off x="5410200" y="7777014"/>
            <a:ext cx="1038225" cy="0"/>
          </a:xfrm>
          <a:prstGeom prst="straightConnector1">
            <a:avLst/>
          </a:prstGeom>
          <a:ln w="38100">
            <a:solidFill>
              <a:srgbClr val="00B9D5"/>
            </a:solidFill>
            <a:prstDash val="solid"/>
            <a:tailEnd type="triangle" w="sm" len="sm"/>
          </a:ln>
        </p:spPr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EC1A1201-2F87-B8A7-C891-6EEC23EE273A}"/>
              </a:ext>
            </a:extLst>
          </p:cNvPr>
          <p:cNvCxnSpPr>
            <a:cxnSpLocks/>
            <a:stCxn id="42" idx="3"/>
            <a:endCxn id="57" idx="1"/>
          </p:cNvCxnSpPr>
          <p:nvPr/>
        </p:nvCxnSpPr>
        <p:spPr>
          <a:xfrm>
            <a:off x="9401175" y="7777014"/>
            <a:ext cx="1219200" cy="0"/>
          </a:xfrm>
          <a:prstGeom prst="straightConnector1">
            <a:avLst/>
          </a:prstGeom>
          <a:ln w="38100">
            <a:solidFill>
              <a:srgbClr val="00B9D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83729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0C56C2EE-350B-640D-4BDE-CC3822B7C7B4}"/>
              </a:ext>
            </a:extLst>
          </p:cNvPr>
          <p:cNvSpPr>
            <a:spLocks noGrp="1"/>
          </p:cNvSpPr>
          <p:nvPr/>
        </p:nvSpPr>
        <p:spPr>
          <a:xfrm>
            <a:off x="1104900" y="899124"/>
            <a:ext cx="1628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inteligencia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detrás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</a:t>
            </a:r>
            <a:r>
              <a:rPr sz="4800" b="1" dirty="0" err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IA</a:t>
            </a:r>
            <a:endParaRPr sz="4800" b="1" dirty="0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1E8D67-BDCC-AB7D-7509-0BABFB6834DB}"/>
              </a:ext>
            </a:extLst>
          </p:cNvPr>
          <p:cNvSpPr>
            <a:spLocks noGrp="1"/>
          </p:cNvSpPr>
          <p:nvPr/>
        </p:nvSpPr>
        <p:spPr>
          <a:xfrm>
            <a:off x="1123950" y="2451699"/>
            <a:ext cx="10620375" cy="5962650"/>
          </a:xfrm>
          <a:prstGeom prst="rect">
            <a:avLst/>
          </a:prstGeom>
          <a:solidFill>
            <a:srgbClr val="F5F8F9"/>
          </a:solidFill>
          <a:ln w="19050">
            <a:solidFill>
              <a:srgbClr val="7B858C"/>
            </a:solidFill>
            <a:prstDash val="dash"/>
          </a:ln>
        </p:spPr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742F3FF-C635-DF27-B573-4E23567D4B20}"/>
              </a:ext>
            </a:extLst>
          </p:cNvPr>
          <p:cNvSpPr>
            <a:spLocks noGrp="1"/>
          </p:cNvSpPr>
          <p:nvPr/>
        </p:nvSpPr>
        <p:spPr>
          <a:xfrm>
            <a:off x="13078385" y="2583072"/>
            <a:ext cx="647700" cy="647700"/>
          </a:xfrm>
          <a:prstGeom prst="ellipse">
            <a:avLst/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CB96702-D027-E821-C339-5A2F278561ED}"/>
              </a:ext>
            </a:extLst>
          </p:cNvPr>
          <p:cNvSpPr>
            <a:spLocks noGrp="1"/>
          </p:cNvSpPr>
          <p:nvPr/>
        </p:nvSpPr>
        <p:spPr>
          <a:xfrm>
            <a:off x="13135535" y="2640222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254F956-6D2D-734A-63B6-E1E64F2C75F2}"/>
              </a:ext>
            </a:extLst>
          </p:cNvPr>
          <p:cNvSpPr>
            <a:spLocks noGrp="1"/>
          </p:cNvSpPr>
          <p:nvPr/>
        </p:nvSpPr>
        <p:spPr>
          <a:xfrm>
            <a:off x="13992785" y="2592597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D31AAF33-2D50-D0CC-89FF-CF4AA398A948}"/>
              </a:ext>
            </a:extLst>
          </p:cNvPr>
          <p:cNvSpPr>
            <a:spLocks noGrp="1"/>
          </p:cNvSpPr>
          <p:nvPr/>
        </p:nvSpPr>
        <p:spPr>
          <a:xfrm>
            <a:off x="13392710" y="3287922"/>
            <a:ext cx="0" cy="0"/>
          </a:xfrm>
          <a:prstGeom prst="line">
            <a:avLst/>
          </a:prstGeom>
          <a:noFill/>
          <a:ln w="19050">
            <a:solidFill>
              <a:srgbClr val="00B9D5"/>
            </a:solidFill>
            <a:prstDash val="solid"/>
          </a:ln>
        </p:spPr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AF06EA8-9900-666F-FEAB-52C3DB0869E2}"/>
              </a:ext>
            </a:extLst>
          </p:cNvPr>
          <p:cNvSpPr>
            <a:spLocks noGrp="1"/>
          </p:cNvSpPr>
          <p:nvPr/>
        </p:nvSpPr>
        <p:spPr>
          <a:xfrm>
            <a:off x="13078385" y="4097547"/>
            <a:ext cx="647700" cy="647700"/>
          </a:xfrm>
          <a:prstGeom prst="ellipse">
            <a:avLst/>
          </a:prstGeom>
          <a:solidFill>
            <a:srgbClr val="EAF9FA"/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7B85CEB-31EE-3A50-A0DB-D1556ED1F56F}"/>
              </a:ext>
            </a:extLst>
          </p:cNvPr>
          <p:cNvSpPr>
            <a:spLocks noGrp="1"/>
          </p:cNvSpPr>
          <p:nvPr/>
        </p:nvSpPr>
        <p:spPr>
          <a:xfrm>
            <a:off x="13135535" y="4154697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24497E-993C-E457-7D9A-AD659101A5DC}"/>
              </a:ext>
            </a:extLst>
          </p:cNvPr>
          <p:cNvSpPr>
            <a:spLocks noGrp="1"/>
          </p:cNvSpPr>
          <p:nvPr/>
        </p:nvSpPr>
        <p:spPr>
          <a:xfrm>
            <a:off x="13992785" y="4107072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Seguir</a:t>
            </a:r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9ACC7972-2497-2414-915E-51747130FCFF}"/>
              </a:ext>
            </a:extLst>
          </p:cNvPr>
          <p:cNvSpPr>
            <a:spLocks noGrp="1"/>
          </p:cNvSpPr>
          <p:nvPr/>
        </p:nvSpPr>
        <p:spPr>
          <a:xfrm>
            <a:off x="13392710" y="4802397"/>
            <a:ext cx="0" cy="0"/>
          </a:xfrm>
          <a:prstGeom prst="line">
            <a:avLst/>
          </a:prstGeom>
          <a:noFill/>
          <a:ln w="19050">
            <a:solidFill>
              <a:srgbClr val="00B9D5"/>
            </a:solidFill>
            <a:prstDash val="solid"/>
          </a:ln>
        </p:spPr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C8C3D435-0F9C-E63A-F323-D63299DA2A7F}"/>
              </a:ext>
            </a:extLst>
          </p:cNvPr>
          <p:cNvSpPr>
            <a:spLocks noGrp="1"/>
          </p:cNvSpPr>
          <p:nvPr/>
        </p:nvSpPr>
        <p:spPr>
          <a:xfrm>
            <a:off x="13078385" y="5612022"/>
            <a:ext cx="647700" cy="647700"/>
          </a:xfrm>
          <a:prstGeom prst="ellipse">
            <a:avLst/>
          </a:prstGeom>
          <a:noFill/>
          <a:ln w="19050">
            <a:solidFill>
              <a:srgbClr val="7B858C"/>
            </a:solidFill>
            <a:prstDash val="dash"/>
          </a:ln>
        </p:spPr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C1B081F-3130-F2E8-83C7-5CDE38896AD7}"/>
              </a:ext>
            </a:extLst>
          </p:cNvPr>
          <p:cNvSpPr>
            <a:spLocks noGrp="1"/>
          </p:cNvSpPr>
          <p:nvPr/>
        </p:nvSpPr>
        <p:spPr>
          <a:xfrm>
            <a:off x="13135535" y="5669172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E424F30-A31C-3CE0-5393-A17B71C5559C}"/>
              </a:ext>
            </a:extLst>
          </p:cNvPr>
          <p:cNvSpPr>
            <a:spLocks noGrp="1"/>
          </p:cNvSpPr>
          <p:nvPr/>
        </p:nvSpPr>
        <p:spPr>
          <a:xfrm>
            <a:off x="13992785" y="5621547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Contar*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19421BD3-B7AB-1E7B-83A2-0A2DA51D805B}"/>
              </a:ext>
            </a:extLst>
          </p:cNvPr>
          <p:cNvSpPr>
            <a:spLocks noGrp="1"/>
          </p:cNvSpPr>
          <p:nvPr/>
        </p:nvSpPr>
        <p:spPr>
          <a:xfrm>
            <a:off x="13002185" y="7269372"/>
            <a:ext cx="5143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YOLO + Tracking +</a:t>
            </a:r>
          </a:p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procesamiento</a:t>
            </a:r>
            <a:r>
              <a:rPr sz="25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s-CL" sz="25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CPU o </a:t>
            </a:r>
            <a:r>
              <a:rPr sz="25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GPU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591793F-6D4D-A3F4-34CB-E90927158991}"/>
              </a:ext>
            </a:extLst>
          </p:cNvPr>
          <p:cNvSpPr>
            <a:spLocks noGrp="1"/>
          </p:cNvSpPr>
          <p:nvPr/>
        </p:nvSpPr>
        <p:spPr>
          <a:xfrm>
            <a:off x="1123950" y="8547699"/>
            <a:ext cx="342866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*</a:t>
            </a:r>
            <a:r>
              <a:rPr lang="es-CL" sz="16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Conteo</a:t>
            </a:r>
            <a:r>
              <a:rPr sz="16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IN/OUT </a:t>
            </a:r>
            <a:r>
              <a:rPr sz="16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  <a:r>
              <a:rPr sz="16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desarrollo</a:t>
            </a:r>
            <a:r>
              <a:rPr sz="16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32E77475-3D3F-75D3-CDE2-7775759C402B}"/>
              </a:ext>
            </a:extLst>
          </p:cNvPr>
          <p:cNvSpPr>
            <a:spLocks noGrp="1"/>
          </p:cNvSpPr>
          <p:nvPr/>
        </p:nvSpPr>
        <p:spPr>
          <a:xfrm>
            <a:off x="1755962" y="947162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A61A794-E508-5823-96CE-9AFF6173A247}"/>
              </a:ext>
            </a:extLst>
          </p:cNvPr>
          <p:cNvSpPr>
            <a:spLocks noGrp="1"/>
          </p:cNvSpPr>
          <p:nvPr/>
        </p:nvSpPr>
        <p:spPr>
          <a:xfrm>
            <a:off x="1965512" y="93382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Detección de personas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449BB4A3-FA33-BB12-5E31-643717B43321}"/>
              </a:ext>
            </a:extLst>
          </p:cNvPr>
          <p:cNvSpPr>
            <a:spLocks noGrp="1"/>
          </p:cNvSpPr>
          <p:nvPr/>
        </p:nvSpPr>
        <p:spPr>
          <a:xfrm>
            <a:off x="6899462" y="947162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AAF11EF3-C707-1D34-D255-D44CE1B601BD}"/>
              </a:ext>
            </a:extLst>
          </p:cNvPr>
          <p:cNvSpPr>
            <a:spLocks noGrp="1"/>
          </p:cNvSpPr>
          <p:nvPr/>
        </p:nvSpPr>
        <p:spPr>
          <a:xfrm>
            <a:off x="7109012" y="93382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Identificadores temporales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3A53C8A5-A20B-0E04-5BE1-E9D14F8FF8CE}"/>
              </a:ext>
            </a:extLst>
          </p:cNvPr>
          <p:cNvSpPr>
            <a:spLocks noGrp="1"/>
          </p:cNvSpPr>
          <p:nvPr/>
        </p:nvSpPr>
        <p:spPr>
          <a:xfrm>
            <a:off x="12042962" y="9471625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8C0E4D83-FD5A-710A-A730-551B35811A7F}"/>
              </a:ext>
            </a:extLst>
          </p:cNvPr>
          <p:cNvSpPr>
            <a:spLocks noGrp="1"/>
          </p:cNvSpPr>
          <p:nvPr/>
        </p:nvSpPr>
        <p:spPr>
          <a:xfrm>
            <a:off x="12252512" y="93382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Seguimiento en tiempo real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BADD6F0F-19C3-D7E7-23BB-8CB939750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4" y="2413599"/>
            <a:ext cx="10877772" cy="6096001"/>
          </a:xfrm>
          <a:prstGeom prst="rect">
            <a:avLst/>
          </a:prstGeom>
        </p:spPr>
      </p:pic>
      <p:sp>
        <p:nvSpPr>
          <p:cNvPr id="69" name="Elipse 68">
            <a:extLst>
              <a:ext uri="{FF2B5EF4-FFF2-40B4-BE49-F238E27FC236}">
                <a16:creationId xmlns:a16="http://schemas.microsoft.com/office/drawing/2014/main" id="{771C0309-8E0A-82EB-ADAE-AD5E8D218BBF}"/>
              </a:ext>
            </a:extLst>
          </p:cNvPr>
          <p:cNvSpPr>
            <a:spLocks noGrp="1"/>
          </p:cNvSpPr>
          <p:nvPr/>
        </p:nvSpPr>
        <p:spPr>
          <a:xfrm>
            <a:off x="4552615" y="4762352"/>
            <a:ext cx="647700" cy="6477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rgbClr val="00B9D5"/>
            </a:solidFill>
            <a:prstDash val="solid"/>
          </a:ln>
        </p:spPr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68250679-1A2A-20CE-3638-177085D35EBF}"/>
              </a:ext>
            </a:extLst>
          </p:cNvPr>
          <p:cNvSpPr>
            <a:spLocks noGrp="1"/>
          </p:cNvSpPr>
          <p:nvPr/>
        </p:nvSpPr>
        <p:spPr>
          <a:xfrm>
            <a:off x="8283388" y="4107072"/>
            <a:ext cx="763571" cy="72195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rgbClr val="00B9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1176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45DA678-934F-364C-1AB7-A04AAAB17988}"/>
              </a:ext>
            </a:extLst>
          </p:cNvPr>
          <p:cNvSpPr>
            <a:spLocks noGrp="1"/>
          </p:cNvSpPr>
          <p:nvPr/>
        </p:nvSpPr>
        <p:spPr>
          <a:xfrm>
            <a:off x="4317626" y="381629"/>
            <a:ext cx="9652747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CL" sz="4800" b="1" dirty="0">
                <a:solidFill>
                  <a:srgbClr val="111111"/>
                </a:solidFill>
                <a:latin typeface="Century Gothic" panose="020B0502020202020204" pitchFamily="34" charset="0"/>
                <a:ea typeface="Arial"/>
                <a:cs typeface="Arial"/>
              </a:rPr>
              <a:t>Funcionamiento Visión Artificial</a:t>
            </a:r>
            <a:endParaRPr sz="4800" b="1" dirty="0">
              <a:solidFill>
                <a:srgbClr val="111111"/>
              </a:solidFill>
              <a:latin typeface="Century Gothic" panose="020B0502020202020204" pitchFamily="34" charset="0"/>
              <a:ea typeface="Arial"/>
              <a:cs typeface="Arial"/>
            </a:endParaRPr>
          </a:p>
        </p:txBody>
      </p:sp>
      <p:pic>
        <p:nvPicPr>
          <p:cNvPr id="14" name="Google Shape;76;g3fa15809516_0_110">
            <a:extLst>
              <a:ext uri="{FF2B5EF4-FFF2-40B4-BE49-F238E27FC236}">
                <a16:creationId xmlns:a16="http://schemas.microsoft.com/office/drawing/2014/main" id="{310E9618-8425-3028-873D-C6B6C3A188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3591" y="1851624"/>
            <a:ext cx="11920818" cy="80951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46E51DB-0E7E-939F-5539-9C443C02AD63}"/>
              </a:ext>
            </a:extLst>
          </p:cNvPr>
          <p:cNvSpPr/>
          <p:nvPr/>
        </p:nvSpPr>
        <p:spPr>
          <a:xfrm>
            <a:off x="7239000" y="7123285"/>
            <a:ext cx="1062318" cy="1452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804FC30-E3BB-B41A-5F77-FD4BB2BEEFF2}"/>
              </a:ext>
            </a:extLst>
          </p:cNvPr>
          <p:cNvSpPr txBox="1"/>
          <p:nvPr/>
        </p:nvSpPr>
        <p:spPr>
          <a:xfrm>
            <a:off x="7131423" y="6753953"/>
            <a:ext cx="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ID: 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7D1A1EB-A095-098C-110A-763415585E5B}"/>
              </a:ext>
            </a:extLst>
          </p:cNvPr>
          <p:cNvSpPr/>
          <p:nvPr/>
        </p:nvSpPr>
        <p:spPr>
          <a:xfrm>
            <a:off x="9646024" y="4050681"/>
            <a:ext cx="1062318" cy="1452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C08163E-07E9-165F-1A01-9884AADDAAE9}"/>
              </a:ext>
            </a:extLst>
          </p:cNvPr>
          <p:cNvSpPr txBox="1"/>
          <p:nvPr/>
        </p:nvSpPr>
        <p:spPr>
          <a:xfrm>
            <a:off x="9538447" y="3681349"/>
            <a:ext cx="67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ID: 1</a:t>
            </a:r>
          </a:p>
        </p:txBody>
      </p:sp>
    </p:spTree>
    <p:extLst>
      <p:ext uri="{BB962C8B-B14F-4D97-AF65-F5344CB8AC3E}">
        <p14:creationId xmlns:p14="http://schemas.microsoft.com/office/powerpoint/2010/main" val="262723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81EA7211-8D37-4B08-8D6F-DB1D4A45043D}"/>
              </a:ext>
            </a:extLst>
          </p:cNvPr>
          <p:cNvSpPr>
            <a:spLocks noGrp="1"/>
          </p:cNvSpPr>
          <p:nvPr/>
        </p:nvSpPr>
        <p:spPr>
          <a:xfrm>
            <a:off x="997323" y="1018615"/>
            <a:ext cx="1628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gestión en una sola plataforma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90168B-6C6C-448D-909B-D69899CF3FD2}"/>
              </a:ext>
            </a:extLst>
          </p:cNvPr>
          <p:cNvSpPr>
            <a:spLocks noGrp="1"/>
          </p:cNvSpPr>
          <p:nvPr/>
        </p:nvSpPr>
        <p:spPr>
          <a:xfrm>
            <a:off x="1847850" y="2503955"/>
            <a:ext cx="11144250" cy="5962650"/>
          </a:xfrm>
          <a:prstGeom prst="rect">
            <a:avLst/>
          </a:prstGeom>
          <a:solidFill>
            <a:srgbClr val="F5F8F9"/>
          </a:solidFill>
          <a:ln w="19050">
            <a:solidFill>
              <a:srgbClr val="7B858C"/>
            </a:solidFill>
            <a:prstDash val="dash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9DD49C-7A61-4A98-B9AA-36289B5E6B65}"/>
              </a:ext>
            </a:extLst>
          </p:cNvPr>
          <p:cNvSpPr>
            <a:spLocks noGrp="1"/>
          </p:cNvSpPr>
          <p:nvPr/>
        </p:nvSpPr>
        <p:spPr>
          <a:xfrm>
            <a:off x="13620750" y="2846855"/>
            <a:ext cx="114300" cy="590550"/>
          </a:xfrm>
          <a:prstGeom prst="rect">
            <a:avLst/>
          </a:prstGeom>
          <a:solidFill>
            <a:srgbClr val="07366D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2E435C-1242-4287-890B-9427760CB59B}"/>
              </a:ext>
            </a:extLst>
          </p:cNvPr>
          <p:cNvSpPr>
            <a:spLocks noGrp="1"/>
          </p:cNvSpPr>
          <p:nvPr/>
        </p:nvSpPr>
        <p:spPr>
          <a:xfrm>
            <a:off x="14049375" y="2827805"/>
            <a:ext cx="4238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Supervisión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FD29A2-943F-495F-87F1-EEB3B4C41750}"/>
              </a:ext>
            </a:extLst>
          </p:cNvPr>
          <p:cNvSpPr>
            <a:spLocks noGrp="1"/>
          </p:cNvSpPr>
          <p:nvPr/>
        </p:nvSpPr>
        <p:spPr>
          <a:xfrm>
            <a:off x="13620750" y="4104155"/>
            <a:ext cx="114300" cy="590550"/>
          </a:xfrm>
          <a:prstGeom prst="rect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346BA7-067B-447D-9353-1CF7225F1D25}"/>
              </a:ext>
            </a:extLst>
          </p:cNvPr>
          <p:cNvSpPr>
            <a:spLocks noGrp="1"/>
          </p:cNvSpPr>
          <p:nvPr/>
        </p:nvSpPr>
        <p:spPr>
          <a:xfrm>
            <a:off x="14049375" y="4085105"/>
            <a:ext cx="4238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Alertas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121491-9A2E-4175-A287-4584FFFB615F}"/>
              </a:ext>
            </a:extLst>
          </p:cNvPr>
          <p:cNvSpPr>
            <a:spLocks noGrp="1"/>
          </p:cNvSpPr>
          <p:nvPr/>
        </p:nvSpPr>
        <p:spPr>
          <a:xfrm>
            <a:off x="13620750" y="5361455"/>
            <a:ext cx="114300" cy="590550"/>
          </a:xfrm>
          <a:prstGeom prst="rect">
            <a:avLst/>
          </a:prstGeom>
          <a:solidFill>
            <a:srgbClr val="00D7BB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B318D8-9B92-46B6-B481-DB63D235FCE1}"/>
              </a:ext>
            </a:extLst>
          </p:cNvPr>
          <p:cNvSpPr>
            <a:spLocks noGrp="1"/>
          </p:cNvSpPr>
          <p:nvPr/>
        </p:nvSpPr>
        <p:spPr>
          <a:xfrm>
            <a:off x="14049375" y="5342405"/>
            <a:ext cx="4238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Limpiezas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E82243-4687-4E66-8E0C-292889249E8E}"/>
              </a:ext>
            </a:extLst>
          </p:cNvPr>
          <p:cNvSpPr>
            <a:spLocks noGrp="1"/>
          </p:cNvSpPr>
          <p:nvPr/>
        </p:nvSpPr>
        <p:spPr>
          <a:xfrm>
            <a:off x="13620750" y="6618755"/>
            <a:ext cx="114300" cy="590550"/>
          </a:xfrm>
          <a:prstGeom prst="rect">
            <a:avLst/>
          </a:prstGeom>
          <a:solidFill>
            <a:srgbClr val="07366D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23EA46B-5EEF-4A97-ABF4-6B78EE045182}"/>
              </a:ext>
            </a:extLst>
          </p:cNvPr>
          <p:cNvSpPr>
            <a:spLocks noGrp="1"/>
          </p:cNvSpPr>
          <p:nvPr/>
        </p:nvSpPr>
        <p:spPr>
          <a:xfrm>
            <a:off x="14049375" y="6599705"/>
            <a:ext cx="4238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C7B63B7-8563-4E27-81CA-855BEBDA046F}"/>
              </a:ext>
            </a:extLst>
          </p:cNvPr>
          <p:cNvSpPr>
            <a:spLocks noGrp="1"/>
          </p:cNvSpPr>
          <p:nvPr/>
        </p:nvSpPr>
        <p:spPr>
          <a:xfrm>
            <a:off x="2762250" y="949334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365BC49-5D7D-44CE-ACD6-65FA70F76C0F}"/>
              </a:ext>
            </a:extLst>
          </p:cNvPr>
          <p:cNvSpPr>
            <a:spLocks noGrp="1"/>
          </p:cNvSpPr>
          <p:nvPr/>
        </p:nvSpPr>
        <p:spPr>
          <a:xfrm>
            <a:off x="2971800" y="935999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Supervisor y trabajadores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51C4A98-FE20-4492-A1EB-5F9FE8FA0BD3}"/>
              </a:ext>
            </a:extLst>
          </p:cNvPr>
          <p:cNvSpPr>
            <a:spLocks noGrp="1"/>
          </p:cNvSpPr>
          <p:nvPr/>
        </p:nvSpPr>
        <p:spPr>
          <a:xfrm>
            <a:off x="7905750" y="949334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7ED1DCC-4AD4-4E72-80B7-80113D0D6FDA}"/>
              </a:ext>
            </a:extLst>
          </p:cNvPr>
          <p:cNvSpPr>
            <a:spLocks noGrp="1"/>
          </p:cNvSpPr>
          <p:nvPr/>
        </p:nvSpPr>
        <p:spPr>
          <a:xfrm>
            <a:off x="8115300" y="935999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Evidencia fotográfica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C2B4242-8226-4D6C-A3FB-FBE06B8821CC}"/>
              </a:ext>
            </a:extLst>
          </p:cNvPr>
          <p:cNvSpPr>
            <a:spLocks noGrp="1"/>
          </p:cNvSpPr>
          <p:nvPr/>
        </p:nvSpPr>
        <p:spPr>
          <a:xfrm>
            <a:off x="13049250" y="9493344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69CF093-2486-4036-9B81-C452D7DF590A}"/>
              </a:ext>
            </a:extLst>
          </p:cNvPr>
          <p:cNvSpPr>
            <a:spLocks noGrp="1"/>
          </p:cNvSpPr>
          <p:nvPr/>
        </p:nvSpPr>
        <p:spPr>
          <a:xfrm>
            <a:off x="13258800" y="9359994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Historial de operaciones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44AC1C7E-36F1-F260-9983-95EC3A536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4" y="2301688"/>
            <a:ext cx="11725275" cy="64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3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02CA13C-605E-4E62-85AD-2B741C7C38F8}"/>
              </a:ext>
            </a:extLst>
          </p:cNvPr>
          <p:cNvCxnSpPr>
            <a:cxnSpLocks/>
          </p:cNvCxnSpPr>
          <p:nvPr/>
        </p:nvCxnSpPr>
        <p:spPr>
          <a:xfrm>
            <a:off x="8439150" y="5472953"/>
            <a:ext cx="828675" cy="0"/>
          </a:xfrm>
          <a:prstGeom prst="straightConnector1">
            <a:avLst/>
          </a:prstGeom>
          <a:ln w="57150">
            <a:solidFill>
              <a:srgbClr val="00B9D5"/>
            </a:solidFill>
            <a:prstDash val="solid"/>
            <a:tailEnd type="triangle" w="sm" len="sm"/>
          </a:ln>
        </p:spPr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A6BB4C8-47BA-4766-ACD4-DE8556167AEC}"/>
              </a:ext>
            </a:extLst>
          </p:cNvPr>
          <p:cNvSpPr>
            <a:spLocks noGrp="1"/>
          </p:cNvSpPr>
          <p:nvPr/>
        </p:nvSpPr>
        <p:spPr>
          <a:xfrm>
            <a:off x="1000125" y="1072403"/>
            <a:ext cx="1628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 los datos a las decisiones.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CA1E9A-375D-4DB4-BAF2-AF4B4C0BAB93}"/>
              </a:ext>
            </a:extLst>
          </p:cNvPr>
          <p:cNvSpPr>
            <a:spLocks noGrp="1"/>
          </p:cNvSpPr>
          <p:nvPr/>
        </p:nvSpPr>
        <p:spPr>
          <a:xfrm>
            <a:off x="1019175" y="2948828"/>
            <a:ext cx="3667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2D0017D3-7AD3-4378-ACAE-436BA0FF90E7}"/>
              </a:ext>
            </a:extLst>
          </p:cNvPr>
          <p:cNvSpPr>
            <a:spLocks noGrp="1"/>
          </p:cNvSpPr>
          <p:nvPr/>
        </p:nvSpPr>
        <p:spPr>
          <a:xfrm>
            <a:off x="1019175" y="4387103"/>
            <a:ext cx="2952750" cy="0"/>
          </a:xfrm>
          <a:prstGeom prst="line">
            <a:avLst/>
          </a:prstGeom>
          <a:noFill/>
          <a:ln w="38100">
            <a:solidFill>
              <a:srgbClr val="07366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3BEB60-7AAF-45D4-83A2-7169C36038C5}"/>
              </a:ext>
            </a:extLst>
          </p:cNvPr>
          <p:cNvSpPr>
            <a:spLocks noGrp="1"/>
          </p:cNvSpPr>
          <p:nvPr/>
        </p:nvSpPr>
        <p:spPr>
          <a:xfrm>
            <a:off x="1019175" y="4853828"/>
            <a:ext cx="3390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Uso real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5060D0-EBB8-4F8C-A668-604F5A4FB451}"/>
              </a:ext>
            </a:extLst>
          </p:cNvPr>
          <p:cNvSpPr>
            <a:spLocks noGrp="1"/>
          </p:cNvSpPr>
          <p:nvPr/>
        </p:nvSpPr>
        <p:spPr>
          <a:xfrm>
            <a:off x="1019175" y="6520703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Flujo de personas</a:t>
            </a:r>
          </a:p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 el acceso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EEC6C2-0990-4CC0-BB9A-696124D4E00C}"/>
              </a:ext>
            </a:extLst>
          </p:cNvPr>
          <p:cNvSpPr>
            <a:spLocks noGrp="1"/>
          </p:cNvSpPr>
          <p:nvPr/>
        </p:nvSpPr>
        <p:spPr>
          <a:xfrm>
            <a:off x="5238750" y="2948828"/>
            <a:ext cx="3667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1A8F7C1B-D527-4152-A49B-85EA84B654D1}"/>
              </a:ext>
            </a:extLst>
          </p:cNvPr>
          <p:cNvSpPr>
            <a:spLocks noGrp="1"/>
          </p:cNvSpPr>
          <p:nvPr/>
        </p:nvSpPr>
        <p:spPr>
          <a:xfrm>
            <a:off x="5238750" y="4387103"/>
            <a:ext cx="2952750" cy="0"/>
          </a:xfrm>
          <a:prstGeom prst="line">
            <a:avLst/>
          </a:prstGeom>
          <a:noFill/>
          <a:ln w="38100">
            <a:solidFill>
              <a:srgbClr val="00B9D5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EEDFC48-2364-42D1-BAF0-5C4C537EE9B6}"/>
              </a:ext>
            </a:extLst>
          </p:cNvPr>
          <p:cNvSpPr>
            <a:spLocks noGrp="1"/>
          </p:cNvSpPr>
          <p:nvPr/>
        </p:nvSpPr>
        <p:spPr>
          <a:xfrm>
            <a:off x="5238750" y="4853828"/>
            <a:ext cx="3390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Información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E85E21-B1FE-4126-80EA-7D737CCE6B8D}"/>
              </a:ext>
            </a:extLst>
          </p:cNvPr>
          <p:cNvSpPr>
            <a:spLocks noGrp="1"/>
          </p:cNvSpPr>
          <p:nvPr/>
        </p:nvSpPr>
        <p:spPr>
          <a:xfrm>
            <a:off x="5238750" y="6520703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 de utilización</a:t>
            </a:r>
          </a:p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 decidir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2338D1F-D42F-413B-B7A2-4CDA80DE238A}"/>
              </a:ext>
            </a:extLst>
          </p:cNvPr>
          <p:cNvSpPr>
            <a:spLocks noGrp="1"/>
          </p:cNvSpPr>
          <p:nvPr/>
        </p:nvSpPr>
        <p:spPr>
          <a:xfrm>
            <a:off x="9458325" y="2948828"/>
            <a:ext cx="3667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C3AB3AC8-1B74-4DFA-90EA-5D9C8E02C832}"/>
              </a:ext>
            </a:extLst>
          </p:cNvPr>
          <p:cNvSpPr>
            <a:spLocks noGrp="1"/>
          </p:cNvSpPr>
          <p:nvPr/>
        </p:nvSpPr>
        <p:spPr>
          <a:xfrm>
            <a:off x="9458325" y="4387103"/>
            <a:ext cx="2952750" cy="0"/>
          </a:xfrm>
          <a:prstGeom prst="line">
            <a:avLst/>
          </a:prstGeom>
          <a:noFill/>
          <a:ln w="38100">
            <a:solidFill>
              <a:srgbClr val="00D7BB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09B046-67E0-48AB-9ABA-CEC33F0EBCF5}"/>
              </a:ext>
            </a:extLst>
          </p:cNvPr>
          <p:cNvSpPr>
            <a:spLocks noGrp="1"/>
          </p:cNvSpPr>
          <p:nvPr/>
        </p:nvSpPr>
        <p:spPr>
          <a:xfrm>
            <a:off x="10020300" y="4853828"/>
            <a:ext cx="16954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Alerta</a:t>
            </a:r>
            <a:endParaRPr sz="38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D410D85-40D5-4735-A4C6-69A8D1C42888}"/>
              </a:ext>
            </a:extLst>
          </p:cNvPr>
          <p:cNvSpPr>
            <a:spLocks noGrp="1"/>
          </p:cNvSpPr>
          <p:nvPr/>
        </p:nvSpPr>
        <p:spPr>
          <a:xfrm>
            <a:off x="9458325" y="6520703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Aviso al personal</a:t>
            </a:r>
          </a:p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responsable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B7CC9B-A67D-4A70-9828-C40818B2C297}"/>
              </a:ext>
            </a:extLst>
          </p:cNvPr>
          <p:cNvSpPr>
            <a:spLocks noGrp="1"/>
          </p:cNvSpPr>
          <p:nvPr/>
        </p:nvSpPr>
        <p:spPr>
          <a:xfrm>
            <a:off x="13677900" y="2948828"/>
            <a:ext cx="36671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9CCDF1A4-52AD-4B1A-8E58-D9A7D08DB166}"/>
              </a:ext>
            </a:extLst>
          </p:cNvPr>
          <p:cNvSpPr>
            <a:spLocks noGrp="1"/>
          </p:cNvSpPr>
          <p:nvPr/>
        </p:nvSpPr>
        <p:spPr>
          <a:xfrm>
            <a:off x="13677900" y="4387103"/>
            <a:ext cx="2952750" cy="0"/>
          </a:xfrm>
          <a:prstGeom prst="line">
            <a:avLst/>
          </a:prstGeom>
          <a:noFill/>
          <a:ln w="38100">
            <a:solidFill>
              <a:srgbClr val="07366D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25DE20F-C946-4C9A-934C-BCF762586E6D}"/>
              </a:ext>
            </a:extLst>
          </p:cNvPr>
          <p:cNvSpPr>
            <a:spLocks noGrp="1"/>
          </p:cNvSpPr>
          <p:nvPr/>
        </p:nvSpPr>
        <p:spPr>
          <a:xfrm>
            <a:off x="13677900" y="4853828"/>
            <a:ext cx="3390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Limpieza</a:t>
            </a:r>
          </a:p>
          <a:p>
            <a:pPr algn="l">
              <a:defRPr sz="38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registrada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E391F1B-BEB9-4DA0-A266-AE49D6241A16}"/>
              </a:ext>
            </a:extLst>
          </p:cNvPr>
          <p:cNvSpPr>
            <a:spLocks noGrp="1"/>
          </p:cNvSpPr>
          <p:nvPr/>
        </p:nvSpPr>
        <p:spPr>
          <a:xfrm>
            <a:off x="13677900" y="6520703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Evidencia e historial</a:t>
            </a:r>
          </a:p>
          <a:p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 la operación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5AC41C4-0B7D-4DD9-B6DE-4A055DFA7C62}"/>
              </a:ext>
            </a:extLst>
          </p:cNvPr>
          <p:cNvSpPr>
            <a:spLocks noGrp="1"/>
          </p:cNvSpPr>
          <p:nvPr/>
        </p:nvSpPr>
        <p:spPr>
          <a:xfrm>
            <a:off x="1019175" y="8244728"/>
            <a:ext cx="1619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CL"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</a:t>
            </a:r>
            <a:r>
              <a:rPr sz="22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bjetivo</a:t>
            </a:r>
            <a:r>
              <a:rPr lang="es-CL"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 </a:t>
            </a:r>
            <a:r>
              <a:rPr sz="22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tras</a:t>
            </a:r>
            <a:r>
              <a:rPr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la </a:t>
            </a:r>
            <a:r>
              <a:rPr sz="22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integración</a:t>
            </a:r>
            <a:r>
              <a:rPr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</a:t>
            </a:r>
            <a:r>
              <a:rPr sz="22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visión</a:t>
            </a:r>
            <a:r>
              <a:rPr sz="2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y web.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00B45D4-FA4E-4CFD-AF07-E790E5F433D0}"/>
              </a:ext>
            </a:extLst>
          </p:cNvPr>
          <p:cNvSpPr>
            <a:spLocks noGrp="1"/>
          </p:cNvSpPr>
          <p:nvPr/>
        </p:nvSpPr>
        <p:spPr>
          <a:xfrm>
            <a:off x="1857375" y="9454403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DBFE7C8-915E-4107-A6DF-DB927527DFA0}"/>
              </a:ext>
            </a:extLst>
          </p:cNvPr>
          <p:cNvSpPr>
            <a:spLocks noGrp="1"/>
          </p:cNvSpPr>
          <p:nvPr/>
        </p:nvSpPr>
        <p:spPr>
          <a:xfrm>
            <a:off x="2066925" y="9321053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Mejor planificación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EFDC47A-50D4-4D53-9E4E-A90B6AC0EC3B}"/>
              </a:ext>
            </a:extLst>
          </p:cNvPr>
          <p:cNvSpPr>
            <a:spLocks noGrp="1"/>
          </p:cNvSpPr>
          <p:nvPr/>
        </p:nvSpPr>
        <p:spPr>
          <a:xfrm>
            <a:off x="7000875" y="9454403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4D36ECA-B0EF-41DB-B2A7-A64C2C0D8553}"/>
              </a:ext>
            </a:extLst>
          </p:cNvPr>
          <p:cNvSpPr>
            <a:spLocks noGrp="1"/>
          </p:cNvSpPr>
          <p:nvPr/>
        </p:nvSpPr>
        <p:spPr>
          <a:xfrm>
            <a:off x="7210425" y="9321053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 basada en demanda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25BF03F5-76D0-4A90-AE9F-9E5599BA3B18}"/>
              </a:ext>
            </a:extLst>
          </p:cNvPr>
          <p:cNvSpPr>
            <a:spLocks noGrp="1"/>
          </p:cNvSpPr>
          <p:nvPr/>
        </p:nvSpPr>
        <p:spPr>
          <a:xfrm>
            <a:off x="12144375" y="9454403"/>
            <a:ext cx="76200" cy="76200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A7D3684-4D28-4C63-9D52-B0435662EC80}"/>
              </a:ext>
            </a:extLst>
          </p:cNvPr>
          <p:cNvSpPr>
            <a:spLocks noGrp="1"/>
          </p:cNvSpPr>
          <p:nvPr/>
        </p:nvSpPr>
        <p:spPr>
          <a:xfrm>
            <a:off x="12353925" y="9321053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Registro y trazabilidad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530654F-1089-9A02-31EC-66D35CEA7BB7}"/>
              </a:ext>
            </a:extLst>
          </p:cNvPr>
          <p:cNvCxnSpPr>
            <a:cxnSpLocks/>
          </p:cNvCxnSpPr>
          <p:nvPr/>
        </p:nvCxnSpPr>
        <p:spPr>
          <a:xfrm>
            <a:off x="3857625" y="5472953"/>
            <a:ext cx="828675" cy="0"/>
          </a:xfrm>
          <a:prstGeom prst="straightConnector1">
            <a:avLst/>
          </a:prstGeom>
          <a:ln w="57150">
            <a:solidFill>
              <a:srgbClr val="00B9D5"/>
            </a:solidFill>
            <a:prstDash val="solid"/>
            <a:tailEnd type="triangle" w="sm" len="sm"/>
          </a:ln>
        </p:spPr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8445D2D-AB04-47D8-9986-4DD347EFE4F0}"/>
              </a:ext>
            </a:extLst>
          </p:cNvPr>
          <p:cNvCxnSpPr>
            <a:cxnSpLocks/>
          </p:cNvCxnSpPr>
          <p:nvPr/>
        </p:nvCxnSpPr>
        <p:spPr>
          <a:xfrm>
            <a:off x="12106275" y="5537947"/>
            <a:ext cx="828675" cy="0"/>
          </a:xfrm>
          <a:prstGeom prst="straightConnector1">
            <a:avLst/>
          </a:prstGeom>
          <a:ln w="57150">
            <a:solidFill>
              <a:srgbClr val="00B9D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7480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2D20A20-AE6B-4C1E-8399-2BF8BF4137D3}"/>
              </a:ext>
            </a:extLst>
          </p:cNvPr>
          <p:cNvSpPr>
            <a:spLocks noGrp="1"/>
          </p:cNvSpPr>
          <p:nvPr/>
        </p:nvSpPr>
        <p:spPr>
          <a:xfrm>
            <a:off x="1243013" y="1529602"/>
            <a:ext cx="1628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Veamos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</a:t>
            </a:r>
            <a:r>
              <a:rPr sz="4800" b="1" dirty="0" err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IA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acción</a:t>
            </a:r>
            <a:r>
              <a:rPr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3AF67E-3A94-4706-A78E-58A0B5C9224A}"/>
              </a:ext>
            </a:extLst>
          </p:cNvPr>
          <p:cNvSpPr>
            <a:spLocks noGrp="1"/>
          </p:cNvSpPr>
          <p:nvPr/>
        </p:nvSpPr>
        <p:spPr>
          <a:xfrm>
            <a:off x="1262063" y="3272677"/>
            <a:ext cx="6381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B095C404-97CD-4037-A661-A68A57088A41}"/>
              </a:ext>
            </a:extLst>
          </p:cNvPr>
          <p:cNvSpPr>
            <a:spLocks noGrp="1"/>
          </p:cNvSpPr>
          <p:nvPr/>
        </p:nvSpPr>
        <p:spPr>
          <a:xfrm>
            <a:off x="1262063" y="5301502"/>
            <a:ext cx="6572250" cy="0"/>
          </a:xfrm>
          <a:prstGeom prst="line">
            <a:avLst/>
          </a:prstGeom>
          <a:noFill/>
          <a:ln w="57150">
            <a:solidFill>
              <a:srgbClr val="00B9D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B8BF68C-6632-4746-A3CD-B42DAE1A8E90}"/>
              </a:ext>
            </a:extLst>
          </p:cNvPr>
          <p:cNvSpPr>
            <a:spLocks noGrp="1"/>
          </p:cNvSpPr>
          <p:nvPr/>
        </p:nvSpPr>
        <p:spPr>
          <a:xfrm>
            <a:off x="1262063" y="5644402"/>
            <a:ext cx="7524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Visión artificial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374E34-F0AE-4B1F-A993-96B0F60413EC}"/>
              </a:ext>
            </a:extLst>
          </p:cNvPr>
          <p:cNvSpPr>
            <a:spLocks noGrp="1"/>
          </p:cNvSpPr>
          <p:nvPr/>
        </p:nvSpPr>
        <p:spPr>
          <a:xfrm>
            <a:off x="1262063" y="6968377"/>
            <a:ext cx="757237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Detección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personas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Tracking e </a:t>
            </a: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identificadores</a:t>
            </a:r>
            <a:endParaRPr sz="27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Funcionamiento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tiempo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real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05BDA5-1B92-4B6B-A827-11433EAD9EEB}"/>
              </a:ext>
            </a:extLst>
          </p:cNvPr>
          <p:cNvSpPr>
            <a:spLocks noGrp="1"/>
          </p:cNvSpPr>
          <p:nvPr/>
        </p:nvSpPr>
        <p:spPr>
          <a:xfrm>
            <a:off x="9144000" y="3358402"/>
            <a:ext cx="9525" cy="5372100"/>
          </a:xfrm>
          <a:prstGeom prst="rect">
            <a:avLst/>
          </a:prstGeom>
          <a:solidFill>
            <a:srgbClr val="DCE3E7"/>
          </a:solidFill>
          <a:ln w="57150">
            <a:solidFill>
              <a:schemeClr val="tx1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2B7857-9C3F-4841-87C0-E7CAA5F9CE58}"/>
              </a:ext>
            </a:extLst>
          </p:cNvPr>
          <p:cNvSpPr>
            <a:spLocks noGrp="1"/>
          </p:cNvSpPr>
          <p:nvPr/>
        </p:nvSpPr>
        <p:spPr>
          <a:xfrm>
            <a:off x="10463212" y="3272677"/>
            <a:ext cx="6381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9D2D2895-B6F7-496A-8694-3CDCB0A09961}"/>
              </a:ext>
            </a:extLst>
          </p:cNvPr>
          <p:cNvSpPr>
            <a:spLocks noGrp="1"/>
          </p:cNvSpPr>
          <p:nvPr/>
        </p:nvSpPr>
        <p:spPr>
          <a:xfrm>
            <a:off x="10463212" y="5301502"/>
            <a:ext cx="6572250" cy="0"/>
          </a:xfrm>
          <a:prstGeom prst="line">
            <a:avLst/>
          </a:prstGeom>
          <a:noFill/>
          <a:ln w="57150">
            <a:solidFill>
              <a:srgbClr val="00D7BB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689BB99-D328-4D27-97F8-443977A9D1A7}"/>
              </a:ext>
            </a:extLst>
          </p:cNvPr>
          <p:cNvSpPr>
            <a:spLocks noGrp="1"/>
          </p:cNvSpPr>
          <p:nvPr/>
        </p:nvSpPr>
        <p:spPr>
          <a:xfrm>
            <a:off x="10463212" y="5644402"/>
            <a:ext cx="7524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937B3D-688B-4E57-9215-D0AE4E7D0E15}"/>
              </a:ext>
            </a:extLst>
          </p:cNvPr>
          <p:cNvSpPr>
            <a:spLocks noGrp="1"/>
          </p:cNvSpPr>
          <p:nvPr/>
        </p:nvSpPr>
        <p:spPr>
          <a:xfrm>
            <a:off x="10463212" y="6968377"/>
            <a:ext cx="7572375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Supervisión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y dashboard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</a:t>
            </a: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limpiezas</a:t>
            </a:r>
            <a:endParaRPr sz="27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marL="457200" indent="-457200" algn="l">
              <a:buFont typeface="Arial" panose="020B0604020202020204" pitchFamily="34" charset="0"/>
              <a:buChar char="•"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Evidencia</a:t>
            </a:r>
            <a:r>
              <a:rPr sz="27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e </a:t>
            </a:r>
            <a:r>
              <a:rPr sz="27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historial</a:t>
            </a:r>
            <a:endParaRPr sz="27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76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093923D-382B-4F88-B8DE-C669518B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368" y="167676"/>
            <a:ext cx="3143250" cy="7314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CA96C37-41B2-4921-BF6F-4A8D219B54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4" t="10546" r="4744" b="9998"/>
          <a:stretch/>
        </p:blipFill>
        <p:spPr>
          <a:xfrm>
            <a:off x="1425389" y="1997252"/>
            <a:ext cx="6515662" cy="562294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E97F795-BA75-48DD-9287-D004341A3317}"/>
              </a:ext>
            </a:extLst>
          </p:cNvPr>
          <p:cNvSpPr>
            <a:spLocks noGrp="1"/>
          </p:cNvSpPr>
          <p:nvPr/>
        </p:nvSpPr>
        <p:spPr>
          <a:xfrm>
            <a:off x="7957192" y="2786568"/>
            <a:ext cx="9416409" cy="22667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se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trata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limpiar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más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trata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limpiar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51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mejor</a:t>
            </a:r>
            <a:r>
              <a:rPr sz="51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AADFE8A3-F405-4019-9C05-E3CA7EE7CCDF}"/>
              </a:ext>
            </a:extLst>
          </p:cNvPr>
          <p:cNvSpPr>
            <a:spLocks noGrp="1"/>
          </p:cNvSpPr>
          <p:nvPr/>
        </p:nvSpPr>
        <p:spPr>
          <a:xfrm flipV="1">
            <a:off x="8217505" y="5381626"/>
            <a:ext cx="3683143" cy="0"/>
          </a:xfrm>
          <a:prstGeom prst="line">
            <a:avLst/>
          </a:prstGeom>
          <a:noFill/>
          <a:ln w="38100">
            <a:solidFill>
              <a:srgbClr val="00B9D5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E319EB-DA7D-4578-92DB-F6F95FF0CCE1}"/>
              </a:ext>
            </a:extLst>
          </p:cNvPr>
          <p:cNvSpPr>
            <a:spLocks noGrp="1"/>
          </p:cNvSpPr>
          <p:nvPr/>
        </p:nvSpPr>
        <p:spPr>
          <a:xfrm>
            <a:off x="8144549" y="5689484"/>
            <a:ext cx="6432283" cy="14607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limpieza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basada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horarios</a:t>
            </a:r>
            <a:endParaRPr sz="285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>
            <a:pPr algn="l">
              <a:defRPr sz="28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respaldada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</a:t>
            </a:r>
            <a:r>
              <a:rPr sz="285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EFA72F1-A193-49E8-96EC-98F37E6D6AD8}"/>
              </a:ext>
            </a:extLst>
          </p:cNvPr>
          <p:cNvSpPr>
            <a:spLocks noGrp="1"/>
          </p:cNvSpPr>
          <p:nvPr/>
        </p:nvSpPr>
        <p:spPr>
          <a:xfrm>
            <a:off x="2013274" y="9108789"/>
            <a:ext cx="83379" cy="80595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9C9D65-9664-4B5C-8E54-65A44AA718E4}"/>
              </a:ext>
            </a:extLst>
          </p:cNvPr>
          <p:cNvSpPr>
            <a:spLocks noGrp="1"/>
          </p:cNvSpPr>
          <p:nvPr/>
        </p:nvSpPr>
        <p:spPr>
          <a:xfrm>
            <a:off x="2204937" y="8927451"/>
            <a:ext cx="5315401" cy="36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Bases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tecnológicas</a:t>
            </a:r>
            <a:r>
              <a:rPr sz="22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construidas</a:t>
            </a:r>
            <a:endParaRPr sz="22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D4D25B8-9D4F-49E2-A1C8-9E0191C1117B}"/>
              </a:ext>
            </a:extLst>
          </p:cNvPr>
          <p:cNvSpPr>
            <a:spLocks noGrp="1"/>
          </p:cNvSpPr>
          <p:nvPr/>
        </p:nvSpPr>
        <p:spPr>
          <a:xfrm>
            <a:off x="7156774" y="9108789"/>
            <a:ext cx="83379" cy="80595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B2A9234-683A-4D82-96D9-99C5134220F0}"/>
              </a:ext>
            </a:extLst>
          </p:cNvPr>
          <p:cNvSpPr>
            <a:spLocks noGrp="1"/>
          </p:cNvSpPr>
          <p:nvPr/>
        </p:nvSpPr>
        <p:spPr>
          <a:xfrm>
            <a:off x="7348437" y="8927451"/>
            <a:ext cx="5315401" cy="36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Integración como siguiente paso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9EFDBC1-ED6F-4B86-B8DA-8DA695A2D522}"/>
              </a:ext>
            </a:extLst>
          </p:cNvPr>
          <p:cNvSpPr>
            <a:spLocks noGrp="1"/>
          </p:cNvSpPr>
          <p:nvPr/>
        </p:nvSpPr>
        <p:spPr>
          <a:xfrm>
            <a:off x="12300274" y="9108789"/>
            <a:ext cx="83379" cy="80595"/>
          </a:xfrm>
          <a:prstGeom prst="ellipse">
            <a:avLst/>
          </a:prstGeom>
          <a:solidFill>
            <a:srgbClr val="00B9D5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32B5D4-41B9-4532-93E6-043BCC7C2F81}"/>
              </a:ext>
            </a:extLst>
          </p:cNvPr>
          <p:cNvSpPr>
            <a:spLocks noGrp="1"/>
          </p:cNvSpPr>
          <p:nvPr/>
        </p:nvSpPr>
        <p:spPr>
          <a:xfrm>
            <a:off x="12491937" y="8927451"/>
            <a:ext cx="5315401" cy="362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Validación en entorno real</a:t>
            </a:r>
          </a:p>
        </p:txBody>
      </p:sp>
    </p:spTree>
    <p:extLst>
      <p:ext uri="{BB962C8B-B14F-4D97-AF65-F5344CB8AC3E}">
        <p14:creationId xmlns:p14="http://schemas.microsoft.com/office/powerpoint/2010/main" val="23017670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1361</Words>
  <Application>Microsoft Office PowerPoint</Application>
  <DocSecurity>0</DocSecurity>
  <PresentationFormat>Personalizado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Carlos Barraza Leiva</cp:lastModifiedBy>
  <cp:revision>6</cp:revision>
  <dcterms:created xsi:type="dcterms:W3CDTF">2026-10-16T02:14:01Z</dcterms:created>
  <dcterms:modified xsi:type="dcterms:W3CDTF">2026-10-16T03:51:57Z</dcterms:modified>
</cp:coreProperties>
</file>